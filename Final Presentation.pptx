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12" r:id="rId4"/>
    <p:sldMasterId id="2147483713"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y="5143500" cx="9144000"/>
  <p:notesSz cx="6858000" cy="9144000"/>
  <p:embeddedFontLst>
    <p:embeddedFont>
      <p:font typeface="Afacad Flux"/>
      <p:regular r:id="rId30"/>
      <p:bold r:id="rId31"/>
    </p:embeddedFont>
    <p:embeddedFont>
      <p:font typeface="Newsreader"/>
      <p:regular r:id="rId32"/>
      <p:bold r:id="rId33"/>
      <p:italic r:id="rId34"/>
      <p:boldItalic r:id="rId35"/>
    </p:embeddedFont>
    <p:embeddedFont>
      <p:font typeface="DM Sans Light"/>
      <p:regular r:id="rId36"/>
      <p:bold r:id="rId37"/>
      <p:italic r:id="rId38"/>
      <p:boldItalic r:id="rId39"/>
    </p:embeddedFont>
    <p:embeddedFont>
      <p:font typeface="DM Sans SemiBold"/>
      <p:regular r:id="rId40"/>
      <p:bold r:id="rId41"/>
      <p:italic r:id="rId42"/>
      <p:boldItalic r:id="rId43"/>
    </p:embeddedFont>
    <p:embeddedFont>
      <p:font typeface="DM Sans"/>
      <p:regular r:id="rId44"/>
      <p:bold r:id="rId45"/>
      <p:italic r:id="rId46"/>
      <p:boldItalic r:id="rId47"/>
    </p:embeddedFont>
    <p:embeddedFont>
      <p:font typeface="Newsreader SemiBold"/>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font" Target="fonts/DMSansSemiBold-regular.fntdata"/><Relationship Id="rId42" Type="http://schemas.openxmlformats.org/officeDocument/2006/relationships/font" Target="fonts/DMSansSemiBold-italic.fntdata"/><Relationship Id="rId41" Type="http://schemas.openxmlformats.org/officeDocument/2006/relationships/font" Target="fonts/DMSansSemiBold-bold.fntdata"/><Relationship Id="rId44" Type="http://schemas.openxmlformats.org/officeDocument/2006/relationships/font" Target="fonts/DMSans-regular.fntdata"/><Relationship Id="rId43" Type="http://schemas.openxmlformats.org/officeDocument/2006/relationships/font" Target="fonts/DMSansSemiBold-boldItalic.fntdata"/><Relationship Id="rId46" Type="http://schemas.openxmlformats.org/officeDocument/2006/relationships/font" Target="fonts/DMSans-italic.fntdata"/><Relationship Id="rId45" Type="http://schemas.openxmlformats.org/officeDocument/2006/relationships/font" Target="fonts/DMSans-bold.fntdata"/><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font" Target="fonts/NewsreaderSemiBold-regular.fntdata"/><Relationship Id="rId47" Type="http://schemas.openxmlformats.org/officeDocument/2006/relationships/font" Target="fonts/DMSans-boldItalic.fntdata"/><Relationship Id="rId49" Type="http://schemas.openxmlformats.org/officeDocument/2006/relationships/font" Target="fonts/NewsreaderSemiBold-bold.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AfacadFlux-bold.fntdata"/><Relationship Id="rId30" Type="http://schemas.openxmlformats.org/officeDocument/2006/relationships/font" Target="fonts/AfacadFlux-regular.fntdata"/><Relationship Id="rId33" Type="http://schemas.openxmlformats.org/officeDocument/2006/relationships/font" Target="fonts/Newsreader-bold.fntdata"/><Relationship Id="rId32" Type="http://schemas.openxmlformats.org/officeDocument/2006/relationships/font" Target="fonts/Newsreader-regular.fntdata"/><Relationship Id="rId35" Type="http://schemas.openxmlformats.org/officeDocument/2006/relationships/font" Target="fonts/Newsreader-boldItalic.fntdata"/><Relationship Id="rId34" Type="http://schemas.openxmlformats.org/officeDocument/2006/relationships/font" Target="fonts/Newsreader-italic.fntdata"/><Relationship Id="rId37" Type="http://schemas.openxmlformats.org/officeDocument/2006/relationships/font" Target="fonts/DMSansLight-bold.fntdata"/><Relationship Id="rId36" Type="http://schemas.openxmlformats.org/officeDocument/2006/relationships/font" Target="fonts/DMSansLight-regular.fntdata"/><Relationship Id="rId39" Type="http://schemas.openxmlformats.org/officeDocument/2006/relationships/font" Target="fonts/DMSansLight-boldItalic.fntdata"/><Relationship Id="rId38" Type="http://schemas.openxmlformats.org/officeDocument/2006/relationships/font" Target="fonts/DMSansLight-italic.fnt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NewsreaderSemiBold-boldItalic.fntdata"/><Relationship Id="rId50" Type="http://schemas.openxmlformats.org/officeDocument/2006/relationships/font" Target="fonts/NewsreaderSemiBold-italic.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g3a8d30e4266_0_17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1" name="Google Shape;511;g3a8d30e4266_0_17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g3a8d30e4266_0_22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9" name="Google Shape;519;g3a8d30e4266_0_22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g3a8d30e4266_0_23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6" name="Google Shape;526;g3a8d30e4266_0_23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2" name="Shape 532"/>
        <p:cNvGrpSpPr/>
        <p:nvPr/>
      </p:nvGrpSpPr>
      <p:grpSpPr>
        <a:xfrm>
          <a:off x="0" y="0"/>
          <a:ext cx="0" cy="0"/>
          <a:chOff x="0" y="0"/>
          <a:chExt cx="0" cy="0"/>
        </a:xfrm>
      </p:grpSpPr>
      <p:sp>
        <p:nvSpPr>
          <p:cNvPr id="533" name="Google Shape;533;g3a8d30e4266_0_23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34" name="Google Shape;534;g3a8d30e4266_0_23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Underlined rules are ones that we can emphasize. Last underlined one can lead us to talking about the N:N relationship, which can be broken down into a bridge table. Not mentioned here because that’s not a business rule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g3a8d30e4266_0_23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3" name="Google Shape;543;g3a8d30e4266_0_23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g3a8d30e4266_0_23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4" name="Google Shape;554;g3a8d30e4266_0_234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Tables with a fire are the ones meeting the 5 attribute minimum requirement</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g3a8d30e4266_0_23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66" name="Google Shape;566;g3a8d30e4266_0_23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3a8d30e4266_0_2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9" name="Google Shape;579;g3a8d30e4266_0_23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3a8d30e4266_0_23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3a8d30e4266_0_23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3" name="Shape 603"/>
        <p:cNvGrpSpPr/>
        <p:nvPr/>
      </p:nvGrpSpPr>
      <p:grpSpPr>
        <a:xfrm>
          <a:off x="0" y="0"/>
          <a:ext cx="0" cy="0"/>
          <a:chOff x="0" y="0"/>
          <a:chExt cx="0" cy="0"/>
        </a:xfrm>
      </p:grpSpPr>
      <p:sp>
        <p:nvSpPr>
          <p:cNvPr id="604" name="Google Shape;604;g3a8d30e4266_0_24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5" name="Google Shape;605;g3a8d30e4266_0_24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6" name="Shape 616"/>
        <p:cNvGrpSpPr/>
        <p:nvPr/>
      </p:nvGrpSpPr>
      <p:grpSpPr>
        <a:xfrm>
          <a:off x="0" y="0"/>
          <a:ext cx="0" cy="0"/>
          <a:chOff x="0" y="0"/>
          <a:chExt cx="0" cy="0"/>
        </a:xfrm>
      </p:grpSpPr>
      <p:sp>
        <p:nvSpPr>
          <p:cNvPr id="617" name="Google Shape;617;g3a8d30e4266_0_24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8" name="Google Shape;618;g3a8d30e4266_0_24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a8d30e4266_0_24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3a8d30e4266_0_24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g3a8d30e4266_0_246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6" name="Google Shape;636;g3a8d30e4266_0_246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g3a8d30e4266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5" name="Google Shape;645;g3a8d30e4266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g3a8d30e4266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1" name="Google Shape;651;g3a8d30e4266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g3a8d30e4266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7" name="Google Shape;657;g3a8d30e4266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g3a8d30e4266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3" name="Google Shape;663;g3a8d30e4266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7" name="Shape 667"/>
        <p:cNvGrpSpPr/>
        <p:nvPr/>
      </p:nvGrpSpPr>
      <p:grpSpPr>
        <a:xfrm>
          <a:off x="0" y="0"/>
          <a:ext cx="0" cy="0"/>
          <a:chOff x="0" y="0"/>
          <a:chExt cx="0" cy="0"/>
        </a:xfrm>
      </p:grpSpPr>
      <p:sp>
        <p:nvSpPr>
          <p:cNvPr id="668" name="Google Shape;668;g3a8d30e4266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69" name="Google Shape;669;g3a8d30e4266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3a8d30e4266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3a8d30e4266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a8d30e4266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1" name="Google Shape;681;g3a8d30e4266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5" name="Shape 685"/>
        <p:cNvGrpSpPr/>
        <p:nvPr/>
      </p:nvGrpSpPr>
      <p:grpSpPr>
        <a:xfrm>
          <a:off x="0" y="0"/>
          <a:ext cx="0" cy="0"/>
          <a:chOff x="0" y="0"/>
          <a:chExt cx="0" cy="0"/>
        </a:xfrm>
      </p:grpSpPr>
      <p:sp>
        <p:nvSpPr>
          <p:cNvPr id="686" name="Google Shape;686;g3a8d30e4266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7" name="Google Shape;687;g3a8d30e4266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1" name="Shape 691"/>
        <p:cNvGrpSpPr/>
        <p:nvPr/>
      </p:nvGrpSpPr>
      <p:grpSpPr>
        <a:xfrm>
          <a:off x="0" y="0"/>
          <a:ext cx="0" cy="0"/>
          <a:chOff x="0" y="0"/>
          <a:chExt cx="0" cy="0"/>
        </a:xfrm>
      </p:grpSpPr>
      <p:sp>
        <p:nvSpPr>
          <p:cNvPr id="692" name="Google Shape;692;g3a8d30e4266_0_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3" name="Google Shape;693;g3a8d30e4266_0_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7" name="Shape 697"/>
        <p:cNvGrpSpPr/>
        <p:nvPr/>
      </p:nvGrpSpPr>
      <p:grpSpPr>
        <a:xfrm>
          <a:off x="0" y="0"/>
          <a:ext cx="0" cy="0"/>
          <a:chOff x="0" y="0"/>
          <a:chExt cx="0" cy="0"/>
        </a:xfrm>
      </p:grpSpPr>
      <p:sp>
        <p:nvSpPr>
          <p:cNvPr id="698" name="Google Shape;698;g3a8d30e4266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9" name="Google Shape;699;g3a8d30e4266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title only">
  <p:cSld name="BLANK_1_1_1_1">
    <p:spTree>
      <p:nvGrpSpPr>
        <p:cNvPr id="54" name="Shape 54"/>
        <p:cNvGrpSpPr/>
        <p:nvPr/>
      </p:nvGrpSpPr>
      <p:grpSpPr>
        <a:xfrm>
          <a:off x="0" y="0"/>
          <a:ext cx="0" cy="0"/>
          <a:chOff x="0" y="0"/>
          <a:chExt cx="0" cy="0"/>
        </a:xfrm>
      </p:grpSpPr>
      <p:sp>
        <p:nvSpPr>
          <p:cNvPr id="55" name="Google Shape;55;p14"/>
          <p:cNvSpPr txBox="1"/>
          <p:nvPr>
            <p:ph type="title"/>
          </p:nvPr>
        </p:nvSpPr>
        <p:spPr>
          <a:xfrm>
            <a:off x="361975" y="957403"/>
            <a:ext cx="5627400" cy="587700"/>
          </a:xfrm>
          <a:prstGeom prst="rect">
            <a:avLst/>
          </a:prstGeom>
        </p:spPr>
        <p:txBody>
          <a:bodyPr anchorCtr="0" anchor="t" bIns="0" lIns="0" spcFirstLastPara="1" rIns="0" wrap="square" tIns="0">
            <a:noAutofit/>
          </a:bodyPr>
          <a:lstStyle>
            <a:lvl1pPr lvl="0">
              <a:lnSpc>
                <a:spcPct val="90000"/>
              </a:lnSpc>
              <a:spcBef>
                <a:spcPts val="0"/>
              </a:spcBef>
              <a:spcAft>
                <a:spcPts val="0"/>
              </a:spcAft>
              <a:buNone/>
              <a:defRPr sz="3600"/>
            </a:lvl1pPr>
            <a:lvl2pPr lvl="1">
              <a:lnSpc>
                <a:spcPct val="90000"/>
              </a:lnSpc>
              <a:spcBef>
                <a:spcPts val="0"/>
              </a:spcBef>
              <a:spcAft>
                <a:spcPts val="0"/>
              </a:spcAft>
              <a:buNone/>
              <a:defRPr/>
            </a:lvl2pPr>
            <a:lvl3pPr lvl="2">
              <a:lnSpc>
                <a:spcPct val="90000"/>
              </a:lnSpc>
              <a:spcBef>
                <a:spcPts val="0"/>
              </a:spcBef>
              <a:spcAft>
                <a:spcPts val="0"/>
              </a:spcAft>
              <a:buNone/>
              <a:defRPr/>
            </a:lvl3pPr>
            <a:lvl4pPr lvl="3">
              <a:lnSpc>
                <a:spcPct val="90000"/>
              </a:lnSpc>
              <a:spcBef>
                <a:spcPts val="0"/>
              </a:spcBef>
              <a:spcAft>
                <a:spcPts val="0"/>
              </a:spcAft>
              <a:buNone/>
              <a:defRPr/>
            </a:lvl4pPr>
            <a:lvl5pPr lvl="4">
              <a:lnSpc>
                <a:spcPct val="90000"/>
              </a:lnSpc>
              <a:spcBef>
                <a:spcPts val="0"/>
              </a:spcBef>
              <a:spcAft>
                <a:spcPts val="0"/>
              </a:spcAft>
              <a:buNone/>
              <a:defRPr/>
            </a:lvl5pPr>
            <a:lvl6pPr lvl="5">
              <a:lnSpc>
                <a:spcPct val="90000"/>
              </a:lnSpc>
              <a:spcBef>
                <a:spcPts val="0"/>
              </a:spcBef>
              <a:spcAft>
                <a:spcPts val="0"/>
              </a:spcAft>
              <a:buNone/>
              <a:defRPr/>
            </a:lvl6pPr>
            <a:lvl7pPr lvl="6">
              <a:lnSpc>
                <a:spcPct val="90000"/>
              </a:lnSpc>
              <a:spcBef>
                <a:spcPts val="0"/>
              </a:spcBef>
              <a:spcAft>
                <a:spcPts val="0"/>
              </a:spcAft>
              <a:buNone/>
              <a:defRPr/>
            </a:lvl7pPr>
            <a:lvl8pPr lvl="7">
              <a:lnSpc>
                <a:spcPct val="90000"/>
              </a:lnSpc>
              <a:spcBef>
                <a:spcPts val="0"/>
              </a:spcBef>
              <a:spcAft>
                <a:spcPts val="0"/>
              </a:spcAft>
              <a:buNone/>
              <a:defRPr/>
            </a:lvl8pPr>
            <a:lvl9pPr lvl="8">
              <a:lnSpc>
                <a:spcPct val="90000"/>
              </a:lnSpc>
              <a:spcBef>
                <a:spcPts val="0"/>
              </a:spcBef>
              <a:spcAft>
                <a:spcPts val="0"/>
              </a:spcAft>
              <a:buNone/>
              <a:defRPr/>
            </a:lvl9pPr>
          </a:lstStyle>
          <a:p/>
        </p:txBody>
      </p:sp>
      <p:sp>
        <p:nvSpPr>
          <p:cNvPr id="56" name="Google Shape;56;p14"/>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57" name="Google Shape;57;p14"/>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Font typeface="DM Sans"/>
              <a:buNone/>
              <a:defRPr>
                <a:latin typeface="DM Sans"/>
                <a:ea typeface="DM Sans"/>
                <a:cs typeface="DM Sans"/>
                <a:sym typeface="DM Sans"/>
              </a:defRPr>
            </a:lvl2pPr>
            <a:lvl3pPr lvl="2">
              <a:spcBef>
                <a:spcPts val="0"/>
              </a:spcBef>
              <a:spcAft>
                <a:spcPts val="0"/>
              </a:spcAft>
              <a:buSzPts val="1400"/>
              <a:buFont typeface="DM Sans"/>
              <a:buNone/>
              <a:defRPr>
                <a:latin typeface="DM Sans"/>
                <a:ea typeface="DM Sans"/>
                <a:cs typeface="DM Sans"/>
                <a:sym typeface="DM Sans"/>
              </a:defRPr>
            </a:lvl3pPr>
            <a:lvl4pPr lvl="3">
              <a:spcBef>
                <a:spcPts val="0"/>
              </a:spcBef>
              <a:spcAft>
                <a:spcPts val="0"/>
              </a:spcAft>
              <a:buSzPts val="1400"/>
              <a:buFont typeface="DM Sans"/>
              <a:buNone/>
              <a:defRPr>
                <a:latin typeface="DM Sans"/>
                <a:ea typeface="DM Sans"/>
                <a:cs typeface="DM Sans"/>
                <a:sym typeface="DM Sans"/>
              </a:defRPr>
            </a:lvl4pPr>
            <a:lvl5pPr lvl="4">
              <a:spcBef>
                <a:spcPts val="0"/>
              </a:spcBef>
              <a:spcAft>
                <a:spcPts val="0"/>
              </a:spcAft>
              <a:buSzPts val="1400"/>
              <a:buFont typeface="DM Sans"/>
              <a:buNone/>
              <a:defRPr>
                <a:latin typeface="DM Sans"/>
                <a:ea typeface="DM Sans"/>
                <a:cs typeface="DM Sans"/>
                <a:sym typeface="DM Sans"/>
              </a:defRPr>
            </a:lvl5pPr>
            <a:lvl6pPr lvl="5">
              <a:spcBef>
                <a:spcPts val="0"/>
              </a:spcBef>
              <a:spcAft>
                <a:spcPts val="0"/>
              </a:spcAft>
              <a:buSzPts val="1400"/>
              <a:buFont typeface="DM Sans"/>
              <a:buNone/>
              <a:defRPr>
                <a:latin typeface="DM Sans"/>
                <a:ea typeface="DM Sans"/>
                <a:cs typeface="DM Sans"/>
                <a:sym typeface="DM Sans"/>
              </a:defRPr>
            </a:lvl6pPr>
            <a:lvl7pPr lvl="6">
              <a:spcBef>
                <a:spcPts val="0"/>
              </a:spcBef>
              <a:spcAft>
                <a:spcPts val="0"/>
              </a:spcAft>
              <a:buSzPts val="1400"/>
              <a:buFont typeface="DM Sans"/>
              <a:buNone/>
              <a:defRPr>
                <a:latin typeface="DM Sans"/>
                <a:ea typeface="DM Sans"/>
                <a:cs typeface="DM Sans"/>
                <a:sym typeface="DM Sans"/>
              </a:defRPr>
            </a:lvl7pPr>
            <a:lvl8pPr lvl="7">
              <a:spcBef>
                <a:spcPts val="0"/>
              </a:spcBef>
              <a:spcAft>
                <a:spcPts val="0"/>
              </a:spcAft>
              <a:buSzPts val="1400"/>
              <a:buFont typeface="DM Sans"/>
              <a:buNone/>
              <a:defRPr>
                <a:latin typeface="DM Sans"/>
                <a:ea typeface="DM Sans"/>
                <a:cs typeface="DM Sans"/>
                <a:sym typeface="DM Sans"/>
              </a:defRPr>
            </a:lvl8pPr>
            <a:lvl9pPr lvl="8">
              <a:spcBef>
                <a:spcPts val="0"/>
              </a:spcBef>
              <a:spcAft>
                <a:spcPts val="0"/>
              </a:spcAft>
              <a:buSzPts val="1400"/>
              <a:buFont typeface="DM Sans"/>
              <a:buNone/>
              <a:defRPr>
                <a:latin typeface="DM Sans"/>
                <a:ea typeface="DM Sans"/>
                <a:cs typeface="DM Sans"/>
                <a:sym typeface="DM Sans"/>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3 Columns">
  <p:cSld name="BLANK_1_1_1_1_3">
    <p:spTree>
      <p:nvGrpSpPr>
        <p:cNvPr id="58" name="Shape 58"/>
        <p:cNvGrpSpPr/>
        <p:nvPr/>
      </p:nvGrpSpPr>
      <p:grpSpPr>
        <a:xfrm>
          <a:off x="0" y="0"/>
          <a:ext cx="0" cy="0"/>
          <a:chOff x="0" y="0"/>
          <a:chExt cx="0" cy="0"/>
        </a:xfrm>
      </p:grpSpPr>
      <p:sp>
        <p:nvSpPr>
          <p:cNvPr id="59" name="Google Shape;59;p15"/>
          <p:cNvSpPr txBox="1"/>
          <p:nvPr>
            <p:ph type="title"/>
          </p:nvPr>
        </p:nvSpPr>
        <p:spPr>
          <a:xfrm>
            <a:off x="361975" y="957403"/>
            <a:ext cx="5627400" cy="587700"/>
          </a:xfrm>
          <a:prstGeom prst="rect">
            <a:avLst/>
          </a:prstGeom>
        </p:spPr>
        <p:txBody>
          <a:bodyPr anchorCtr="0" anchor="t" bIns="0" lIns="0" spcFirstLastPara="1" rIns="0" wrap="square" tIns="0">
            <a:noAutofit/>
          </a:bodyPr>
          <a:lstStyle>
            <a:lvl1pPr lvl="0">
              <a:lnSpc>
                <a:spcPct val="90000"/>
              </a:lnSpc>
              <a:spcBef>
                <a:spcPts val="0"/>
              </a:spcBef>
              <a:spcAft>
                <a:spcPts val="0"/>
              </a:spcAft>
              <a:buNone/>
              <a:defRPr sz="3600"/>
            </a:lvl1pPr>
            <a:lvl2pPr lvl="1">
              <a:lnSpc>
                <a:spcPct val="90000"/>
              </a:lnSpc>
              <a:spcBef>
                <a:spcPts val="0"/>
              </a:spcBef>
              <a:spcAft>
                <a:spcPts val="0"/>
              </a:spcAft>
              <a:buNone/>
              <a:defRPr/>
            </a:lvl2pPr>
            <a:lvl3pPr lvl="2">
              <a:lnSpc>
                <a:spcPct val="90000"/>
              </a:lnSpc>
              <a:spcBef>
                <a:spcPts val="0"/>
              </a:spcBef>
              <a:spcAft>
                <a:spcPts val="0"/>
              </a:spcAft>
              <a:buNone/>
              <a:defRPr/>
            </a:lvl3pPr>
            <a:lvl4pPr lvl="3">
              <a:lnSpc>
                <a:spcPct val="90000"/>
              </a:lnSpc>
              <a:spcBef>
                <a:spcPts val="0"/>
              </a:spcBef>
              <a:spcAft>
                <a:spcPts val="0"/>
              </a:spcAft>
              <a:buNone/>
              <a:defRPr/>
            </a:lvl4pPr>
            <a:lvl5pPr lvl="4">
              <a:lnSpc>
                <a:spcPct val="90000"/>
              </a:lnSpc>
              <a:spcBef>
                <a:spcPts val="0"/>
              </a:spcBef>
              <a:spcAft>
                <a:spcPts val="0"/>
              </a:spcAft>
              <a:buNone/>
              <a:defRPr/>
            </a:lvl5pPr>
            <a:lvl6pPr lvl="5">
              <a:lnSpc>
                <a:spcPct val="90000"/>
              </a:lnSpc>
              <a:spcBef>
                <a:spcPts val="0"/>
              </a:spcBef>
              <a:spcAft>
                <a:spcPts val="0"/>
              </a:spcAft>
              <a:buNone/>
              <a:defRPr/>
            </a:lvl6pPr>
            <a:lvl7pPr lvl="6">
              <a:lnSpc>
                <a:spcPct val="90000"/>
              </a:lnSpc>
              <a:spcBef>
                <a:spcPts val="0"/>
              </a:spcBef>
              <a:spcAft>
                <a:spcPts val="0"/>
              </a:spcAft>
              <a:buNone/>
              <a:defRPr/>
            </a:lvl7pPr>
            <a:lvl8pPr lvl="7">
              <a:lnSpc>
                <a:spcPct val="90000"/>
              </a:lnSpc>
              <a:spcBef>
                <a:spcPts val="0"/>
              </a:spcBef>
              <a:spcAft>
                <a:spcPts val="0"/>
              </a:spcAft>
              <a:buNone/>
              <a:defRPr/>
            </a:lvl8pPr>
            <a:lvl9pPr lvl="8">
              <a:lnSpc>
                <a:spcPct val="90000"/>
              </a:lnSpc>
              <a:spcBef>
                <a:spcPts val="0"/>
              </a:spcBef>
              <a:spcAft>
                <a:spcPts val="0"/>
              </a:spcAft>
              <a:buNone/>
              <a:defRPr/>
            </a:lvl9pPr>
          </a:lstStyle>
          <a:p/>
        </p:txBody>
      </p:sp>
      <p:sp>
        <p:nvSpPr>
          <p:cNvPr id="60" name="Google Shape;60;p15"/>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61" name="Google Shape;61;p15"/>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Font typeface="DM Sans"/>
              <a:buNone/>
              <a:defRPr>
                <a:latin typeface="DM Sans"/>
                <a:ea typeface="DM Sans"/>
                <a:cs typeface="DM Sans"/>
                <a:sym typeface="DM Sans"/>
              </a:defRPr>
            </a:lvl2pPr>
            <a:lvl3pPr lvl="2">
              <a:spcBef>
                <a:spcPts val="0"/>
              </a:spcBef>
              <a:spcAft>
                <a:spcPts val="0"/>
              </a:spcAft>
              <a:buSzPts val="1400"/>
              <a:buFont typeface="DM Sans"/>
              <a:buNone/>
              <a:defRPr>
                <a:latin typeface="DM Sans"/>
                <a:ea typeface="DM Sans"/>
                <a:cs typeface="DM Sans"/>
                <a:sym typeface="DM Sans"/>
              </a:defRPr>
            </a:lvl3pPr>
            <a:lvl4pPr lvl="3">
              <a:spcBef>
                <a:spcPts val="0"/>
              </a:spcBef>
              <a:spcAft>
                <a:spcPts val="0"/>
              </a:spcAft>
              <a:buSzPts val="1400"/>
              <a:buFont typeface="DM Sans"/>
              <a:buNone/>
              <a:defRPr>
                <a:latin typeface="DM Sans"/>
                <a:ea typeface="DM Sans"/>
                <a:cs typeface="DM Sans"/>
                <a:sym typeface="DM Sans"/>
              </a:defRPr>
            </a:lvl4pPr>
            <a:lvl5pPr lvl="4">
              <a:spcBef>
                <a:spcPts val="0"/>
              </a:spcBef>
              <a:spcAft>
                <a:spcPts val="0"/>
              </a:spcAft>
              <a:buSzPts val="1400"/>
              <a:buFont typeface="DM Sans"/>
              <a:buNone/>
              <a:defRPr>
                <a:latin typeface="DM Sans"/>
                <a:ea typeface="DM Sans"/>
                <a:cs typeface="DM Sans"/>
                <a:sym typeface="DM Sans"/>
              </a:defRPr>
            </a:lvl5pPr>
            <a:lvl6pPr lvl="5">
              <a:spcBef>
                <a:spcPts val="0"/>
              </a:spcBef>
              <a:spcAft>
                <a:spcPts val="0"/>
              </a:spcAft>
              <a:buSzPts val="1400"/>
              <a:buFont typeface="DM Sans"/>
              <a:buNone/>
              <a:defRPr>
                <a:latin typeface="DM Sans"/>
                <a:ea typeface="DM Sans"/>
                <a:cs typeface="DM Sans"/>
                <a:sym typeface="DM Sans"/>
              </a:defRPr>
            </a:lvl6pPr>
            <a:lvl7pPr lvl="6">
              <a:spcBef>
                <a:spcPts val="0"/>
              </a:spcBef>
              <a:spcAft>
                <a:spcPts val="0"/>
              </a:spcAft>
              <a:buSzPts val="1400"/>
              <a:buFont typeface="DM Sans"/>
              <a:buNone/>
              <a:defRPr>
                <a:latin typeface="DM Sans"/>
                <a:ea typeface="DM Sans"/>
                <a:cs typeface="DM Sans"/>
                <a:sym typeface="DM Sans"/>
              </a:defRPr>
            </a:lvl7pPr>
            <a:lvl8pPr lvl="7">
              <a:spcBef>
                <a:spcPts val="0"/>
              </a:spcBef>
              <a:spcAft>
                <a:spcPts val="0"/>
              </a:spcAft>
              <a:buSzPts val="1400"/>
              <a:buFont typeface="DM Sans"/>
              <a:buNone/>
              <a:defRPr>
                <a:latin typeface="DM Sans"/>
                <a:ea typeface="DM Sans"/>
                <a:cs typeface="DM Sans"/>
                <a:sym typeface="DM Sans"/>
              </a:defRPr>
            </a:lvl8pPr>
            <a:lvl9pPr lvl="8">
              <a:spcBef>
                <a:spcPts val="0"/>
              </a:spcBef>
              <a:spcAft>
                <a:spcPts val="0"/>
              </a:spcAft>
              <a:buSzPts val="1400"/>
              <a:buFont typeface="DM Sans"/>
              <a:buNone/>
              <a:defRPr>
                <a:latin typeface="DM Sans"/>
                <a:ea typeface="DM Sans"/>
                <a:cs typeface="DM Sans"/>
                <a:sym typeface="DM Sans"/>
              </a:defRPr>
            </a:lvl9pPr>
          </a:lstStyle>
          <a:p/>
        </p:txBody>
      </p:sp>
      <p:sp>
        <p:nvSpPr>
          <p:cNvPr id="62" name="Google Shape;62;p15"/>
          <p:cNvSpPr txBox="1"/>
          <p:nvPr>
            <p:ph idx="2" type="subTitle"/>
          </p:nvPr>
        </p:nvSpPr>
        <p:spPr>
          <a:xfrm>
            <a:off x="362125" y="1853425"/>
            <a:ext cx="2061600" cy="2376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5"/>
          <p:cNvSpPr txBox="1"/>
          <p:nvPr>
            <p:ph idx="3" type="subTitle"/>
          </p:nvPr>
        </p:nvSpPr>
        <p:spPr>
          <a:xfrm>
            <a:off x="3154650" y="1853425"/>
            <a:ext cx="2061600" cy="2376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15"/>
          <p:cNvSpPr txBox="1"/>
          <p:nvPr>
            <p:ph idx="4" type="subTitle"/>
          </p:nvPr>
        </p:nvSpPr>
        <p:spPr>
          <a:xfrm>
            <a:off x="6216650" y="1853425"/>
            <a:ext cx="2061600" cy="2376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15"/>
          <p:cNvSpPr txBox="1"/>
          <p:nvPr>
            <p:ph idx="5" type="subTitle"/>
          </p:nvPr>
        </p:nvSpPr>
        <p:spPr>
          <a:xfrm>
            <a:off x="362125" y="2206700"/>
            <a:ext cx="2575800" cy="12483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000"/>
              <a:buFont typeface="DM Sans Light"/>
              <a:buNone/>
              <a:defRPr sz="1000">
                <a:latin typeface="DM Sans Light"/>
                <a:ea typeface="DM Sans Light"/>
                <a:cs typeface="DM Sans Light"/>
                <a:sym typeface="DM Sans Light"/>
              </a:defRPr>
            </a:lvl2pPr>
            <a:lvl3pPr lvl="2">
              <a:spcBef>
                <a:spcPts val="0"/>
              </a:spcBef>
              <a:spcAft>
                <a:spcPts val="0"/>
              </a:spcAft>
              <a:buSzPts val="1000"/>
              <a:buFont typeface="DM Sans Light"/>
              <a:buNone/>
              <a:defRPr sz="1000">
                <a:latin typeface="DM Sans Light"/>
                <a:ea typeface="DM Sans Light"/>
                <a:cs typeface="DM Sans Light"/>
                <a:sym typeface="DM Sans Light"/>
              </a:defRPr>
            </a:lvl3pPr>
            <a:lvl4pPr lvl="3">
              <a:spcBef>
                <a:spcPts val="0"/>
              </a:spcBef>
              <a:spcAft>
                <a:spcPts val="0"/>
              </a:spcAft>
              <a:buSzPts val="1000"/>
              <a:buFont typeface="DM Sans Light"/>
              <a:buNone/>
              <a:defRPr sz="1000">
                <a:latin typeface="DM Sans Light"/>
                <a:ea typeface="DM Sans Light"/>
                <a:cs typeface="DM Sans Light"/>
                <a:sym typeface="DM Sans Light"/>
              </a:defRPr>
            </a:lvl4pPr>
            <a:lvl5pPr lvl="4">
              <a:spcBef>
                <a:spcPts val="0"/>
              </a:spcBef>
              <a:spcAft>
                <a:spcPts val="0"/>
              </a:spcAft>
              <a:buSzPts val="1000"/>
              <a:buFont typeface="DM Sans Light"/>
              <a:buNone/>
              <a:defRPr sz="1000">
                <a:latin typeface="DM Sans Light"/>
                <a:ea typeface="DM Sans Light"/>
                <a:cs typeface="DM Sans Light"/>
                <a:sym typeface="DM Sans Light"/>
              </a:defRPr>
            </a:lvl5pPr>
            <a:lvl6pPr lvl="5">
              <a:spcBef>
                <a:spcPts val="0"/>
              </a:spcBef>
              <a:spcAft>
                <a:spcPts val="0"/>
              </a:spcAft>
              <a:buSzPts val="1000"/>
              <a:buFont typeface="DM Sans Light"/>
              <a:buNone/>
              <a:defRPr sz="1000">
                <a:latin typeface="DM Sans Light"/>
                <a:ea typeface="DM Sans Light"/>
                <a:cs typeface="DM Sans Light"/>
                <a:sym typeface="DM Sans Light"/>
              </a:defRPr>
            </a:lvl6pPr>
            <a:lvl7pPr lvl="6">
              <a:spcBef>
                <a:spcPts val="0"/>
              </a:spcBef>
              <a:spcAft>
                <a:spcPts val="0"/>
              </a:spcAft>
              <a:buSzPts val="1000"/>
              <a:buFont typeface="DM Sans Light"/>
              <a:buNone/>
              <a:defRPr sz="1000">
                <a:latin typeface="DM Sans Light"/>
                <a:ea typeface="DM Sans Light"/>
                <a:cs typeface="DM Sans Light"/>
                <a:sym typeface="DM Sans Light"/>
              </a:defRPr>
            </a:lvl7pPr>
            <a:lvl8pPr lvl="7">
              <a:spcBef>
                <a:spcPts val="0"/>
              </a:spcBef>
              <a:spcAft>
                <a:spcPts val="0"/>
              </a:spcAft>
              <a:buSzPts val="1000"/>
              <a:buFont typeface="DM Sans Light"/>
              <a:buNone/>
              <a:defRPr sz="1000">
                <a:latin typeface="DM Sans Light"/>
                <a:ea typeface="DM Sans Light"/>
                <a:cs typeface="DM Sans Light"/>
                <a:sym typeface="DM Sans Light"/>
              </a:defRPr>
            </a:lvl8pPr>
            <a:lvl9pPr lvl="8">
              <a:spcBef>
                <a:spcPts val="0"/>
              </a:spcBef>
              <a:spcAft>
                <a:spcPts val="0"/>
              </a:spcAft>
              <a:buSzPts val="1000"/>
              <a:buFont typeface="DM Sans Light"/>
              <a:buNone/>
              <a:defRPr sz="1000">
                <a:latin typeface="DM Sans Light"/>
                <a:ea typeface="DM Sans Light"/>
                <a:cs typeface="DM Sans Light"/>
                <a:sym typeface="DM Sans Light"/>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eyebrow ">
  <p:cSld name="BLANK_1_1_1_1_2_1">
    <p:spTree>
      <p:nvGrpSpPr>
        <p:cNvPr id="66" name="Shape 66"/>
        <p:cNvGrpSpPr/>
        <p:nvPr/>
      </p:nvGrpSpPr>
      <p:grpSpPr>
        <a:xfrm>
          <a:off x="0" y="0"/>
          <a:ext cx="0" cy="0"/>
          <a:chOff x="0" y="0"/>
          <a:chExt cx="0" cy="0"/>
        </a:xfrm>
      </p:grpSpPr>
      <p:sp>
        <p:nvSpPr>
          <p:cNvPr id="67" name="Google Shape;67;p16"/>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6"/>
          <p:cNvSpPr txBox="1"/>
          <p:nvPr>
            <p:ph type="title"/>
          </p:nvPr>
        </p:nvSpPr>
        <p:spPr>
          <a:xfrm>
            <a:off x="361975" y="988557"/>
            <a:ext cx="50184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lvl1pPr>
            <a:lvl2pPr lvl="1">
              <a:lnSpc>
                <a:spcPct val="90000"/>
              </a:lnSpc>
              <a:spcBef>
                <a:spcPts val="0"/>
              </a:spcBef>
              <a:spcAft>
                <a:spcPts val="0"/>
              </a:spcAft>
              <a:buNone/>
              <a:defRPr sz="2200"/>
            </a:lvl2pPr>
            <a:lvl3pPr lvl="2">
              <a:lnSpc>
                <a:spcPct val="90000"/>
              </a:lnSpc>
              <a:spcBef>
                <a:spcPts val="0"/>
              </a:spcBef>
              <a:spcAft>
                <a:spcPts val="0"/>
              </a:spcAft>
              <a:buNone/>
              <a:defRPr sz="2200"/>
            </a:lvl3pPr>
            <a:lvl4pPr lvl="3">
              <a:lnSpc>
                <a:spcPct val="90000"/>
              </a:lnSpc>
              <a:spcBef>
                <a:spcPts val="0"/>
              </a:spcBef>
              <a:spcAft>
                <a:spcPts val="0"/>
              </a:spcAft>
              <a:buNone/>
              <a:defRPr sz="2200"/>
            </a:lvl4pPr>
            <a:lvl5pPr lvl="4">
              <a:lnSpc>
                <a:spcPct val="90000"/>
              </a:lnSpc>
              <a:spcBef>
                <a:spcPts val="0"/>
              </a:spcBef>
              <a:spcAft>
                <a:spcPts val="0"/>
              </a:spcAft>
              <a:buNone/>
              <a:defRPr sz="2200"/>
            </a:lvl5pPr>
            <a:lvl6pPr lvl="5">
              <a:lnSpc>
                <a:spcPct val="90000"/>
              </a:lnSpc>
              <a:spcBef>
                <a:spcPts val="0"/>
              </a:spcBef>
              <a:spcAft>
                <a:spcPts val="0"/>
              </a:spcAft>
              <a:buNone/>
              <a:defRPr sz="2200"/>
            </a:lvl6pPr>
            <a:lvl7pPr lvl="6">
              <a:lnSpc>
                <a:spcPct val="90000"/>
              </a:lnSpc>
              <a:spcBef>
                <a:spcPts val="0"/>
              </a:spcBef>
              <a:spcAft>
                <a:spcPts val="0"/>
              </a:spcAft>
              <a:buNone/>
              <a:defRPr sz="2200"/>
            </a:lvl7pPr>
            <a:lvl8pPr lvl="7">
              <a:lnSpc>
                <a:spcPct val="90000"/>
              </a:lnSpc>
              <a:spcBef>
                <a:spcPts val="0"/>
              </a:spcBef>
              <a:spcAft>
                <a:spcPts val="0"/>
              </a:spcAft>
              <a:buNone/>
              <a:defRPr sz="2200"/>
            </a:lvl8pPr>
            <a:lvl9pPr lvl="8">
              <a:lnSpc>
                <a:spcPct val="90000"/>
              </a:lnSpc>
              <a:spcBef>
                <a:spcPts val="0"/>
              </a:spcBef>
              <a:spcAft>
                <a:spcPts val="0"/>
              </a:spcAft>
              <a:buNone/>
              <a:defRPr sz="2200"/>
            </a:lvl9pPr>
          </a:lstStyle>
          <a:p/>
        </p:txBody>
      </p:sp>
      <p:sp>
        <p:nvSpPr>
          <p:cNvPr id="69" name="Google Shape;69;p16"/>
          <p:cNvSpPr txBox="1"/>
          <p:nvPr>
            <p:ph idx="1" type="subTitle"/>
          </p:nvPr>
        </p:nvSpPr>
        <p:spPr>
          <a:xfrm>
            <a:off x="361975" y="732775"/>
            <a:ext cx="4163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6"/>
          <p:cNvSpPr txBox="1"/>
          <p:nvPr>
            <p:ph idx="2"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agenda">
  <p:cSld name="BLANK_1_1_1_1_1_1_1_1_1_1_1">
    <p:bg>
      <p:bgPr>
        <a:solidFill>
          <a:schemeClr val="lt1"/>
        </a:solidFill>
      </p:bgPr>
    </p:bg>
    <p:spTree>
      <p:nvGrpSpPr>
        <p:cNvPr id="71" name="Shape 71"/>
        <p:cNvGrpSpPr/>
        <p:nvPr/>
      </p:nvGrpSpPr>
      <p:grpSpPr>
        <a:xfrm>
          <a:off x="0" y="0"/>
          <a:ext cx="0" cy="0"/>
          <a:chOff x="0" y="0"/>
          <a:chExt cx="0" cy="0"/>
        </a:xfrm>
      </p:grpSpPr>
      <p:sp>
        <p:nvSpPr>
          <p:cNvPr id="72" name="Google Shape;72;p17"/>
          <p:cNvSpPr txBox="1"/>
          <p:nvPr>
            <p:ph idx="1" type="subTitle"/>
          </p:nvPr>
        </p:nvSpPr>
        <p:spPr>
          <a:xfrm>
            <a:off x="361975" y="2841984"/>
            <a:ext cx="3154800" cy="2196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800"/>
              <a:buNone/>
              <a:defRPr sz="1800">
                <a:solidFill>
                  <a:schemeClr val="dk1"/>
                </a:solidFill>
              </a:defRPr>
            </a:lvl1pPr>
            <a:lvl2pPr lvl="1">
              <a:spcBef>
                <a:spcPts val="0"/>
              </a:spcBef>
              <a:spcAft>
                <a:spcPts val="0"/>
              </a:spcAft>
              <a:buClr>
                <a:schemeClr val="dk1"/>
              </a:buClr>
              <a:buSzPts val="1800"/>
              <a:buNone/>
              <a:defRPr sz="1800">
                <a:solidFill>
                  <a:schemeClr val="dk1"/>
                </a:solidFill>
              </a:defRPr>
            </a:lvl2pPr>
            <a:lvl3pPr lvl="2">
              <a:spcBef>
                <a:spcPts val="0"/>
              </a:spcBef>
              <a:spcAft>
                <a:spcPts val="0"/>
              </a:spcAft>
              <a:buClr>
                <a:schemeClr val="dk1"/>
              </a:buClr>
              <a:buSzPts val="1800"/>
              <a:buNone/>
              <a:defRPr sz="1800">
                <a:solidFill>
                  <a:schemeClr val="dk1"/>
                </a:solidFill>
              </a:defRPr>
            </a:lvl3pPr>
            <a:lvl4pPr lvl="3">
              <a:spcBef>
                <a:spcPts val="0"/>
              </a:spcBef>
              <a:spcAft>
                <a:spcPts val="0"/>
              </a:spcAft>
              <a:buClr>
                <a:schemeClr val="dk1"/>
              </a:buClr>
              <a:buSzPts val="1800"/>
              <a:buNone/>
              <a:defRPr sz="1800">
                <a:solidFill>
                  <a:schemeClr val="dk1"/>
                </a:solidFill>
              </a:defRPr>
            </a:lvl4pPr>
            <a:lvl5pPr lvl="4">
              <a:spcBef>
                <a:spcPts val="0"/>
              </a:spcBef>
              <a:spcAft>
                <a:spcPts val="0"/>
              </a:spcAft>
              <a:buClr>
                <a:schemeClr val="dk1"/>
              </a:buClr>
              <a:buSzPts val="1800"/>
              <a:buNone/>
              <a:defRPr sz="1800">
                <a:solidFill>
                  <a:schemeClr val="dk1"/>
                </a:solidFill>
              </a:defRPr>
            </a:lvl5pPr>
            <a:lvl6pPr lvl="5">
              <a:spcBef>
                <a:spcPts val="0"/>
              </a:spcBef>
              <a:spcAft>
                <a:spcPts val="0"/>
              </a:spcAft>
              <a:buClr>
                <a:schemeClr val="dk1"/>
              </a:buClr>
              <a:buSzPts val="1800"/>
              <a:buNone/>
              <a:defRPr sz="1800">
                <a:solidFill>
                  <a:schemeClr val="dk1"/>
                </a:solidFill>
              </a:defRPr>
            </a:lvl6pPr>
            <a:lvl7pPr lvl="6">
              <a:spcBef>
                <a:spcPts val="0"/>
              </a:spcBef>
              <a:spcAft>
                <a:spcPts val="0"/>
              </a:spcAft>
              <a:buClr>
                <a:schemeClr val="dk1"/>
              </a:buClr>
              <a:buSzPts val="1800"/>
              <a:buNone/>
              <a:defRPr sz="1800">
                <a:solidFill>
                  <a:schemeClr val="dk1"/>
                </a:solidFill>
              </a:defRPr>
            </a:lvl7pPr>
            <a:lvl8pPr lvl="7">
              <a:spcBef>
                <a:spcPts val="0"/>
              </a:spcBef>
              <a:spcAft>
                <a:spcPts val="0"/>
              </a:spcAft>
              <a:buClr>
                <a:schemeClr val="dk1"/>
              </a:buClr>
              <a:buSzPts val="1800"/>
              <a:buNone/>
              <a:defRPr sz="1800">
                <a:solidFill>
                  <a:schemeClr val="dk1"/>
                </a:solidFill>
              </a:defRPr>
            </a:lvl8pPr>
            <a:lvl9pPr lvl="8">
              <a:spcBef>
                <a:spcPts val="0"/>
              </a:spcBef>
              <a:spcAft>
                <a:spcPts val="0"/>
              </a:spcAft>
              <a:buClr>
                <a:schemeClr val="dk1"/>
              </a:buClr>
              <a:buSzPts val="1800"/>
              <a:buNone/>
              <a:defRPr sz="1800">
                <a:solidFill>
                  <a:schemeClr val="dk1"/>
                </a:solidFill>
              </a:defRPr>
            </a:lvl9pPr>
          </a:lstStyle>
          <a:p/>
        </p:txBody>
      </p:sp>
      <p:sp>
        <p:nvSpPr>
          <p:cNvPr id="73" name="Google Shape;73;p17"/>
          <p:cNvSpPr txBox="1"/>
          <p:nvPr>
            <p:ph type="title"/>
          </p:nvPr>
        </p:nvSpPr>
        <p:spPr>
          <a:xfrm>
            <a:off x="361975" y="962100"/>
            <a:ext cx="41631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solidFill>
                  <a:schemeClr val="dk1"/>
                </a:solidFill>
              </a:defRPr>
            </a:lvl1pPr>
            <a:lvl2pPr lvl="1">
              <a:lnSpc>
                <a:spcPct val="90000"/>
              </a:lnSpc>
              <a:spcBef>
                <a:spcPts val="0"/>
              </a:spcBef>
              <a:spcAft>
                <a:spcPts val="0"/>
              </a:spcAft>
              <a:buNone/>
              <a:defRPr sz="3600">
                <a:solidFill>
                  <a:schemeClr val="dk1"/>
                </a:solidFill>
              </a:defRPr>
            </a:lvl2pPr>
            <a:lvl3pPr lvl="2">
              <a:lnSpc>
                <a:spcPct val="90000"/>
              </a:lnSpc>
              <a:spcBef>
                <a:spcPts val="0"/>
              </a:spcBef>
              <a:spcAft>
                <a:spcPts val="0"/>
              </a:spcAft>
              <a:buNone/>
              <a:defRPr sz="3600">
                <a:solidFill>
                  <a:schemeClr val="dk1"/>
                </a:solidFill>
              </a:defRPr>
            </a:lvl3pPr>
            <a:lvl4pPr lvl="3">
              <a:lnSpc>
                <a:spcPct val="90000"/>
              </a:lnSpc>
              <a:spcBef>
                <a:spcPts val="0"/>
              </a:spcBef>
              <a:spcAft>
                <a:spcPts val="0"/>
              </a:spcAft>
              <a:buNone/>
              <a:defRPr sz="3600">
                <a:solidFill>
                  <a:schemeClr val="dk1"/>
                </a:solidFill>
              </a:defRPr>
            </a:lvl4pPr>
            <a:lvl5pPr lvl="4">
              <a:lnSpc>
                <a:spcPct val="90000"/>
              </a:lnSpc>
              <a:spcBef>
                <a:spcPts val="0"/>
              </a:spcBef>
              <a:spcAft>
                <a:spcPts val="0"/>
              </a:spcAft>
              <a:buNone/>
              <a:defRPr sz="3600">
                <a:solidFill>
                  <a:schemeClr val="dk1"/>
                </a:solidFill>
              </a:defRPr>
            </a:lvl5pPr>
            <a:lvl6pPr lvl="5">
              <a:lnSpc>
                <a:spcPct val="90000"/>
              </a:lnSpc>
              <a:spcBef>
                <a:spcPts val="0"/>
              </a:spcBef>
              <a:spcAft>
                <a:spcPts val="0"/>
              </a:spcAft>
              <a:buNone/>
              <a:defRPr sz="3600">
                <a:solidFill>
                  <a:schemeClr val="dk1"/>
                </a:solidFill>
              </a:defRPr>
            </a:lvl6pPr>
            <a:lvl7pPr lvl="6">
              <a:lnSpc>
                <a:spcPct val="90000"/>
              </a:lnSpc>
              <a:spcBef>
                <a:spcPts val="0"/>
              </a:spcBef>
              <a:spcAft>
                <a:spcPts val="0"/>
              </a:spcAft>
              <a:buNone/>
              <a:defRPr sz="3600">
                <a:solidFill>
                  <a:schemeClr val="dk1"/>
                </a:solidFill>
              </a:defRPr>
            </a:lvl7pPr>
            <a:lvl8pPr lvl="7">
              <a:lnSpc>
                <a:spcPct val="90000"/>
              </a:lnSpc>
              <a:spcBef>
                <a:spcPts val="0"/>
              </a:spcBef>
              <a:spcAft>
                <a:spcPts val="0"/>
              </a:spcAft>
              <a:buNone/>
              <a:defRPr sz="3600">
                <a:solidFill>
                  <a:schemeClr val="dk1"/>
                </a:solidFill>
              </a:defRPr>
            </a:lvl8pPr>
            <a:lvl9pPr lvl="8">
              <a:lnSpc>
                <a:spcPct val="90000"/>
              </a:lnSpc>
              <a:spcBef>
                <a:spcPts val="0"/>
              </a:spcBef>
              <a:spcAft>
                <a:spcPts val="0"/>
              </a:spcAft>
              <a:buNone/>
              <a:defRPr sz="3600">
                <a:solidFill>
                  <a:schemeClr val="dk1"/>
                </a:solidFill>
              </a:defRPr>
            </a:lvl9pPr>
          </a:lstStyle>
          <a:p/>
        </p:txBody>
      </p:sp>
      <p:sp>
        <p:nvSpPr>
          <p:cNvPr id="74" name="Google Shape;74;p17"/>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75" name="Google Shape;75;p17"/>
          <p:cNvSpPr txBox="1"/>
          <p:nvPr>
            <p:ph idx="2"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76" name="Google Shape;76;p17"/>
          <p:cNvSpPr txBox="1"/>
          <p:nvPr>
            <p:ph idx="3" type="subTitle"/>
          </p:nvPr>
        </p:nvSpPr>
        <p:spPr>
          <a:xfrm>
            <a:off x="4909675" y="2841984"/>
            <a:ext cx="3154800" cy="2196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800"/>
              <a:buNone/>
              <a:defRPr sz="1800">
                <a:solidFill>
                  <a:schemeClr val="dk1"/>
                </a:solidFill>
              </a:defRPr>
            </a:lvl1pPr>
            <a:lvl2pPr lvl="1">
              <a:spcBef>
                <a:spcPts val="0"/>
              </a:spcBef>
              <a:spcAft>
                <a:spcPts val="0"/>
              </a:spcAft>
              <a:buClr>
                <a:schemeClr val="dk1"/>
              </a:buClr>
              <a:buSzPts val="1800"/>
              <a:buNone/>
              <a:defRPr sz="1800">
                <a:solidFill>
                  <a:schemeClr val="dk1"/>
                </a:solidFill>
              </a:defRPr>
            </a:lvl2pPr>
            <a:lvl3pPr lvl="2">
              <a:spcBef>
                <a:spcPts val="0"/>
              </a:spcBef>
              <a:spcAft>
                <a:spcPts val="0"/>
              </a:spcAft>
              <a:buClr>
                <a:schemeClr val="dk1"/>
              </a:buClr>
              <a:buSzPts val="1800"/>
              <a:buNone/>
              <a:defRPr sz="1800">
                <a:solidFill>
                  <a:schemeClr val="dk1"/>
                </a:solidFill>
              </a:defRPr>
            </a:lvl3pPr>
            <a:lvl4pPr lvl="3">
              <a:spcBef>
                <a:spcPts val="0"/>
              </a:spcBef>
              <a:spcAft>
                <a:spcPts val="0"/>
              </a:spcAft>
              <a:buClr>
                <a:schemeClr val="dk1"/>
              </a:buClr>
              <a:buSzPts val="1800"/>
              <a:buNone/>
              <a:defRPr sz="1800">
                <a:solidFill>
                  <a:schemeClr val="dk1"/>
                </a:solidFill>
              </a:defRPr>
            </a:lvl4pPr>
            <a:lvl5pPr lvl="4">
              <a:spcBef>
                <a:spcPts val="0"/>
              </a:spcBef>
              <a:spcAft>
                <a:spcPts val="0"/>
              </a:spcAft>
              <a:buClr>
                <a:schemeClr val="dk1"/>
              </a:buClr>
              <a:buSzPts val="1800"/>
              <a:buNone/>
              <a:defRPr sz="1800">
                <a:solidFill>
                  <a:schemeClr val="dk1"/>
                </a:solidFill>
              </a:defRPr>
            </a:lvl5pPr>
            <a:lvl6pPr lvl="5">
              <a:spcBef>
                <a:spcPts val="0"/>
              </a:spcBef>
              <a:spcAft>
                <a:spcPts val="0"/>
              </a:spcAft>
              <a:buClr>
                <a:schemeClr val="dk1"/>
              </a:buClr>
              <a:buSzPts val="1800"/>
              <a:buNone/>
              <a:defRPr sz="1800">
                <a:solidFill>
                  <a:schemeClr val="dk1"/>
                </a:solidFill>
              </a:defRPr>
            </a:lvl6pPr>
            <a:lvl7pPr lvl="6">
              <a:spcBef>
                <a:spcPts val="0"/>
              </a:spcBef>
              <a:spcAft>
                <a:spcPts val="0"/>
              </a:spcAft>
              <a:buClr>
                <a:schemeClr val="dk1"/>
              </a:buClr>
              <a:buSzPts val="1800"/>
              <a:buNone/>
              <a:defRPr sz="1800">
                <a:solidFill>
                  <a:schemeClr val="dk1"/>
                </a:solidFill>
              </a:defRPr>
            </a:lvl7pPr>
            <a:lvl8pPr lvl="7">
              <a:spcBef>
                <a:spcPts val="0"/>
              </a:spcBef>
              <a:spcAft>
                <a:spcPts val="0"/>
              </a:spcAft>
              <a:buClr>
                <a:schemeClr val="dk1"/>
              </a:buClr>
              <a:buSzPts val="1800"/>
              <a:buNone/>
              <a:defRPr sz="1800">
                <a:solidFill>
                  <a:schemeClr val="dk1"/>
                </a:solidFill>
              </a:defRPr>
            </a:lvl8pPr>
            <a:lvl9pPr lvl="8">
              <a:spcBef>
                <a:spcPts val="0"/>
              </a:spcBef>
              <a:spcAft>
                <a:spcPts val="0"/>
              </a:spcAft>
              <a:buClr>
                <a:schemeClr val="dk1"/>
              </a:buClr>
              <a:buSzPts val="1800"/>
              <a:buNone/>
              <a:defRPr sz="1800">
                <a:solidFill>
                  <a:schemeClr val="dk1"/>
                </a:solidFill>
              </a:defRPr>
            </a:lvl9pPr>
          </a:lstStyle>
          <a:p/>
        </p:txBody>
      </p:sp>
      <p:sp>
        <p:nvSpPr>
          <p:cNvPr id="77" name="Google Shape;77;p17"/>
          <p:cNvSpPr txBox="1"/>
          <p:nvPr>
            <p:ph idx="4" type="subTitle"/>
          </p:nvPr>
        </p:nvSpPr>
        <p:spPr>
          <a:xfrm>
            <a:off x="361975" y="3493626"/>
            <a:ext cx="3154800" cy="2196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800"/>
              <a:buNone/>
              <a:defRPr sz="1800">
                <a:solidFill>
                  <a:schemeClr val="dk1"/>
                </a:solidFill>
              </a:defRPr>
            </a:lvl1pPr>
            <a:lvl2pPr lvl="1">
              <a:spcBef>
                <a:spcPts val="0"/>
              </a:spcBef>
              <a:spcAft>
                <a:spcPts val="0"/>
              </a:spcAft>
              <a:buClr>
                <a:schemeClr val="dk1"/>
              </a:buClr>
              <a:buSzPts val="1800"/>
              <a:buNone/>
              <a:defRPr sz="1800">
                <a:solidFill>
                  <a:schemeClr val="dk1"/>
                </a:solidFill>
              </a:defRPr>
            </a:lvl2pPr>
            <a:lvl3pPr lvl="2">
              <a:spcBef>
                <a:spcPts val="0"/>
              </a:spcBef>
              <a:spcAft>
                <a:spcPts val="0"/>
              </a:spcAft>
              <a:buClr>
                <a:schemeClr val="dk1"/>
              </a:buClr>
              <a:buSzPts val="1800"/>
              <a:buNone/>
              <a:defRPr sz="1800">
                <a:solidFill>
                  <a:schemeClr val="dk1"/>
                </a:solidFill>
              </a:defRPr>
            </a:lvl3pPr>
            <a:lvl4pPr lvl="3">
              <a:spcBef>
                <a:spcPts val="0"/>
              </a:spcBef>
              <a:spcAft>
                <a:spcPts val="0"/>
              </a:spcAft>
              <a:buClr>
                <a:schemeClr val="dk1"/>
              </a:buClr>
              <a:buSzPts val="1800"/>
              <a:buNone/>
              <a:defRPr sz="1800">
                <a:solidFill>
                  <a:schemeClr val="dk1"/>
                </a:solidFill>
              </a:defRPr>
            </a:lvl4pPr>
            <a:lvl5pPr lvl="4">
              <a:spcBef>
                <a:spcPts val="0"/>
              </a:spcBef>
              <a:spcAft>
                <a:spcPts val="0"/>
              </a:spcAft>
              <a:buClr>
                <a:schemeClr val="dk1"/>
              </a:buClr>
              <a:buSzPts val="1800"/>
              <a:buNone/>
              <a:defRPr sz="1800">
                <a:solidFill>
                  <a:schemeClr val="dk1"/>
                </a:solidFill>
              </a:defRPr>
            </a:lvl5pPr>
            <a:lvl6pPr lvl="5">
              <a:spcBef>
                <a:spcPts val="0"/>
              </a:spcBef>
              <a:spcAft>
                <a:spcPts val="0"/>
              </a:spcAft>
              <a:buClr>
                <a:schemeClr val="dk1"/>
              </a:buClr>
              <a:buSzPts val="1800"/>
              <a:buNone/>
              <a:defRPr sz="1800">
                <a:solidFill>
                  <a:schemeClr val="dk1"/>
                </a:solidFill>
              </a:defRPr>
            </a:lvl6pPr>
            <a:lvl7pPr lvl="6">
              <a:spcBef>
                <a:spcPts val="0"/>
              </a:spcBef>
              <a:spcAft>
                <a:spcPts val="0"/>
              </a:spcAft>
              <a:buClr>
                <a:schemeClr val="dk1"/>
              </a:buClr>
              <a:buSzPts val="1800"/>
              <a:buNone/>
              <a:defRPr sz="1800">
                <a:solidFill>
                  <a:schemeClr val="dk1"/>
                </a:solidFill>
              </a:defRPr>
            </a:lvl7pPr>
            <a:lvl8pPr lvl="7">
              <a:spcBef>
                <a:spcPts val="0"/>
              </a:spcBef>
              <a:spcAft>
                <a:spcPts val="0"/>
              </a:spcAft>
              <a:buClr>
                <a:schemeClr val="dk1"/>
              </a:buClr>
              <a:buSzPts val="1800"/>
              <a:buNone/>
              <a:defRPr sz="1800">
                <a:solidFill>
                  <a:schemeClr val="dk1"/>
                </a:solidFill>
              </a:defRPr>
            </a:lvl8pPr>
            <a:lvl9pPr lvl="8">
              <a:spcBef>
                <a:spcPts val="0"/>
              </a:spcBef>
              <a:spcAft>
                <a:spcPts val="0"/>
              </a:spcAft>
              <a:buClr>
                <a:schemeClr val="dk1"/>
              </a:buClr>
              <a:buSzPts val="1800"/>
              <a:buNone/>
              <a:defRPr sz="1800">
                <a:solidFill>
                  <a:schemeClr val="dk1"/>
                </a:solidFill>
              </a:defRPr>
            </a:lvl9pPr>
          </a:lstStyle>
          <a:p/>
        </p:txBody>
      </p:sp>
      <p:sp>
        <p:nvSpPr>
          <p:cNvPr id="78" name="Google Shape;78;p17"/>
          <p:cNvSpPr txBox="1"/>
          <p:nvPr>
            <p:ph idx="5" type="subTitle"/>
          </p:nvPr>
        </p:nvSpPr>
        <p:spPr>
          <a:xfrm>
            <a:off x="4909675" y="3493626"/>
            <a:ext cx="3154800" cy="2196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800"/>
              <a:buNone/>
              <a:defRPr sz="1800">
                <a:solidFill>
                  <a:schemeClr val="dk1"/>
                </a:solidFill>
              </a:defRPr>
            </a:lvl1pPr>
            <a:lvl2pPr lvl="1">
              <a:spcBef>
                <a:spcPts val="0"/>
              </a:spcBef>
              <a:spcAft>
                <a:spcPts val="0"/>
              </a:spcAft>
              <a:buClr>
                <a:schemeClr val="dk1"/>
              </a:buClr>
              <a:buSzPts val="1800"/>
              <a:buNone/>
              <a:defRPr sz="1800">
                <a:solidFill>
                  <a:schemeClr val="dk1"/>
                </a:solidFill>
              </a:defRPr>
            </a:lvl2pPr>
            <a:lvl3pPr lvl="2">
              <a:spcBef>
                <a:spcPts val="0"/>
              </a:spcBef>
              <a:spcAft>
                <a:spcPts val="0"/>
              </a:spcAft>
              <a:buClr>
                <a:schemeClr val="dk1"/>
              </a:buClr>
              <a:buSzPts val="1800"/>
              <a:buNone/>
              <a:defRPr sz="1800">
                <a:solidFill>
                  <a:schemeClr val="dk1"/>
                </a:solidFill>
              </a:defRPr>
            </a:lvl3pPr>
            <a:lvl4pPr lvl="3">
              <a:spcBef>
                <a:spcPts val="0"/>
              </a:spcBef>
              <a:spcAft>
                <a:spcPts val="0"/>
              </a:spcAft>
              <a:buClr>
                <a:schemeClr val="dk1"/>
              </a:buClr>
              <a:buSzPts val="1800"/>
              <a:buNone/>
              <a:defRPr sz="1800">
                <a:solidFill>
                  <a:schemeClr val="dk1"/>
                </a:solidFill>
              </a:defRPr>
            </a:lvl4pPr>
            <a:lvl5pPr lvl="4">
              <a:spcBef>
                <a:spcPts val="0"/>
              </a:spcBef>
              <a:spcAft>
                <a:spcPts val="0"/>
              </a:spcAft>
              <a:buClr>
                <a:schemeClr val="dk1"/>
              </a:buClr>
              <a:buSzPts val="1800"/>
              <a:buNone/>
              <a:defRPr sz="1800">
                <a:solidFill>
                  <a:schemeClr val="dk1"/>
                </a:solidFill>
              </a:defRPr>
            </a:lvl5pPr>
            <a:lvl6pPr lvl="5">
              <a:spcBef>
                <a:spcPts val="0"/>
              </a:spcBef>
              <a:spcAft>
                <a:spcPts val="0"/>
              </a:spcAft>
              <a:buClr>
                <a:schemeClr val="dk1"/>
              </a:buClr>
              <a:buSzPts val="1800"/>
              <a:buNone/>
              <a:defRPr sz="1800">
                <a:solidFill>
                  <a:schemeClr val="dk1"/>
                </a:solidFill>
              </a:defRPr>
            </a:lvl6pPr>
            <a:lvl7pPr lvl="6">
              <a:spcBef>
                <a:spcPts val="0"/>
              </a:spcBef>
              <a:spcAft>
                <a:spcPts val="0"/>
              </a:spcAft>
              <a:buClr>
                <a:schemeClr val="dk1"/>
              </a:buClr>
              <a:buSzPts val="1800"/>
              <a:buNone/>
              <a:defRPr sz="1800">
                <a:solidFill>
                  <a:schemeClr val="dk1"/>
                </a:solidFill>
              </a:defRPr>
            </a:lvl7pPr>
            <a:lvl8pPr lvl="7">
              <a:spcBef>
                <a:spcPts val="0"/>
              </a:spcBef>
              <a:spcAft>
                <a:spcPts val="0"/>
              </a:spcAft>
              <a:buClr>
                <a:schemeClr val="dk1"/>
              </a:buClr>
              <a:buSzPts val="1800"/>
              <a:buNone/>
              <a:defRPr sz="1800">
                <a:solidFill>
                  <a:schemeClr val="dk1"/>
                </a:solidFill>
              </a:defRPr>
            </a:lvl8pPr>
            <a:lvl9pPr lvl="8">
              <a:spcBef>
                <a:spcPts val="0"/>
              </a:spcBef>
              <a:spcAft>
                <a:spcPts val="0"/>
              </a:spcAft>
              <a:buClr>
                <a:schemeClr val="dk1"/>
              </a:buClr>
              <a:buSzPts val="1800"/>
              <a:buNone/>
              <a:defRPr sz="1800">
                <a:solidFill>
                  <a:schemeClr val="dk1"/>
                </a:solidFill>
              </a:defRPr>
            </a:lvl9pPr>
          </a:lstStyle>
          <a:p/>
        </p:txBody>
      </p:sp>
      <p:sp>
        <p:nvSpPr>
          <p:cNvPr id="79" name="Google Shape;79;p17"/>
          <p:cNvSpPr txBox="1"/>
          <p:nvPr>
            <p:ph idx="6" type="subTitle"/>
          </p:nvPr>
        </p:nvSpPr>
        <p:spPr>
          <a:xfrm>
            <a:off x="361975" y="4145267"/>
            <a:ext cx="3154800" cy="2196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800"/>
              <a:buNone/>
              <a:defRPr sz="1800">
                <a:solidFill>
                  <a:schemeClr val="dk1"/>
                </a:solidFill>
              </a:defRPr>
            </a:lvl1pPr>
            <a:lvl2pPr lvl="1">
              <a:spcBef>
                <a:spcPts val="0"/>
              </a:spcBef>
              <a:spcAft>
                <a:spcPts val="0"/>
              </a:spcAft>
              <a:buClr>
                <a:schemeClr val="dk1"/>
              </a:buClr>
              <a:buSzPts val="1800"/>
              <a:buNone/>
              <a:defRPr sz="1800">
                <a:solidFill>
                  <a:schemeClr val="dk1"/>
                </a:solidFill>
              </a:defRPr>
            </a:lvl2pPr>
            <a:lvl3pPr lvl="2">
              <a:spcBef>
                <a:spcPts val="0"/>
              </a:spcBef>
              <a:spcAft>
                <a:spcPts val="0"/>
              </a:spcAft>
              <a:buClr>
                <a:schemeClr val="dk1"/>
              </a:buClr>
              <a:buSzPts val="1800"/>
              <a:buNone/>
              <a:defRPr sz="1800">
                <a:solidFill>
                  <a:schemeClr val="dk1"/>
                </a:solidFill>
              </a:defRPr>
            </a:lvl3pPr>
            <a:lvl4pPr lvl="3">
              <a:spcBef>
                <a:spcPts val="0"/>
              </a:spcBef>
              <a:spcAft>
                <a:spcPts val="0"/>
              </a:spcAft>
              <a:buClr>
                <a:schemeClr val="dk1"/>
              </a:buClr>
              <a:buSzPts val="1800"/>
              <a:buNone/>
              <a:defRPr sz="1800">
                <a:solidFill>
                  <a:schemeClr val="dk1"/>
                </a:solidFill>
              </a:defRPr>
            </a:lvl4pPr>
            <a:lvl5pPr lvl="4">
              <a:spcBef>
                <a:spcPts val="0"/>
              </a:spcBef>
              <a:spcAft>
                <a:spcPts val="0"/>
              </a:spcAft>
              <a:buClr>
                <a:schemeClr val="dk1"/>
              </a:buClr>
              <a:buSzPts val="1800"/>
              <a:buNone/>
              <a:defRPr sz="1800">
                <a:solidFill>
                  <a:schemeClr val="dk1"/>
                </a:solidFill>
              </a:defRPr>
            </a:lvl5pPr>
            <a:lvl6pPr lvl="5">
              <a:spcBef>
                <a:spcPts val="0"/>
              </a:spcBef>
              <a:spcAft>
                <a:spcPts val="0"/>
              </a:spcAft>
              <a:buClr>
                <a:schemeClr val="dk1"/>
              </a:buClr>
              <a:buSzPts val="1800"/>
              <a:buNone/>
              <a:defRPr sz="1800">
                <a:solidFill>
                  <a:schemeClr val="dk1"/>
                </a:solidFill>
              </a:defRPr>
            </a:lvl6pPr>
            <a:lvl7pPr lvl="6">
              <a:spcBef>
                <a:spcPts val="0"/>
              </a:spcBef>
              <a:spcAft>
                <a:spcPts val="0"/>
              </a:spcAft>
              <a:buClr>
                <a:schemeClr val="dk1"/>
              </a:buClr>
              <a:buSzPts val="1800"/>
              <a:buNone/>
              <a:defRPr sz="1800">
                <a:solidFill>
                  <a:schemeClr val="dk1"/>
                </a:solidFill>
              </a:defRPr>
            </a:lvl7pPr>
            <a:lvl8pPr lvl="7">
              <a:spcBef>
                <a:spcPts val="0"/>
              </a:spcBef>
              <a:spcAft>
                <a:spcPts val="0"/>
              </a:spcAft>
              <a:buClr>
                <a:schemeClr val="dk1"/>
              </a:buClr>
              <a:buSzPts val="1800"/>
              <a:buNone/>
              <a:defRPr sz="1800">
                <a:solidFill>
                  <a:schemeClr val="dk1"/>
                </a:solidFill>
              </a:defRPr>
            </a:lvl8pPr>
            <a:lvl9pPr lvl="8">
              <a:spcBef>
                <a:spcPts val="0"/>
              </a:spcBef>
              <a:spcAft>
                <a:spcPts val="0"/>
              </a:spcAft>
              <a:buClr>
                <a:schemeClr val="dk1"/>
              </a:buClr>
              <a:buSzPts val="1800"/>
              <a:buNone/>
              <a:defRPr sz="1800">
                <a:solidFill>
                  <a:schemeClr val="dk1"/>
                </a:solidFill>
              </a:defRPr>
            </a:lvl9pPr>
          </a:lstStyle>
          <a:p/>
        </p:txBody>
      </p:sp>
      <p:sp>
        <p:nvSpPr>
          <p:cNvPr id="80" name="Google Shape;80;p17"/>
          <p:cNvSpPr txBox="1"/>
          <p:nvPr>
            <p:ph idx="7" type="subTitle"/>
          </p:nvPr>
        </p:nvSpPr>
        <p:spPr>
          <a:xfrm>
            <a:off x="4909675" y="4145267"/>
            <a:ext cx="3154800" cy="2196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800"/>
              <a:buNone/>
              <a:defRPr sz="1800">
                <a:solidFill>
                  <a:schemeClr val="dk1"/>
                </a:solidFill>
              </a:defRPr>
            </a:lvl1pPr>
            <a:lvl2pPr lvl="1">
              <a:spcBef>
                <a:spcPts val="0"/>
              </a:spcBef>
              <a:spcAft>
                <a:spcPts val="0"/>
              </a:spcAft>
              <a:buClr>
                <a:schemeClr val="dk1"/>
              </a:buClr>
              <a:buSzPts val="1800"/>
              <a:buNone/>
              <a:defRPr sz="1800">
                <a:solidFill>
                  <a:schemeClr val="dk1"/>
                </a:solidFill>
              </a:defRPr>
            </a:lvl2pPr>
            <a:lvl3pPr lvl="2">
              <a:spcBef>
                <a:spcPts val="0"/>
              </a:spcBef>
              <a:spcAft>
                <a:spcPts val="0"/>
              </a:spcAft>
              <a:buClr>
                <a:schemeClr val="dk1"/>
              </a:buClr>
              <a:buSzPts val="1800"/>
              <a:buNone/>
              <a:defRPr sz="1800">
                <a:solidFill>
                  <a:schemeClr val="dk1"/>
                </a:solidFill>
              </a:defRPr>
            </a:lvl3pPr>
            <a:lvl4pPr lvl="3">
              <a:spcBef>
                <a:spcPts val="0"/>
              </a:spcBef>
              <a:spcAft>
                <a:spcPts val="0"/>
              </a:spcAft>
              <a:buClr>
                <a:schemeClr val="dk1"/>
              </a:buClr>
              <a:buSzPts val="1800"/>
              <a:buNone/>
              <a:defRPr sz="1800">
                <a:solidFill>
                  <a:schemeClr val="dk1"/>
                </a:solidFill>
              </a:defRPr>
            </a:lvl4pPr>
            <a:lvl5pPr lvl="4">
              <a:spcBef>
                <a:spcPts val="0"/>
              </a:spcBef>
              <a:spcAft>
                <a:spcPts val="0"/>
              </a:spcAft>
              <a:buClr>
                <a:schemeClr val="dk1"/>
              </a:buClr>
              <a:buSzPts val="1800"/>
              <a:buNone/>
              <a:defRPr sz="1800">
                <a:solidFill>
                  <a:schemeClr val="dk1"/>
                </a:solidFill>
              </a:defRPr>
            </a:lvl5pPr>
            <a:lvl6pPr lvl="5">
              <a:spcBef>
                <a:spcPts val="0"/>
              </a:spcBef>
              <a:spcAft>
                <a:spcPts val="0"/>
              </a:spcAft>
              <a:buClr>
                <a:schemeClr val="dk1"/>
              </a:buClr>
              <a:buSzPts val="1800"/>
              <a:buNone/>
              <a:defRPr sz="1800">
                <a:solidFill>
                  <a:schemeClr val="dk1"/>
                </a:solidFill>
              </a:defRPr>
            </a:lvl6pPr>
            <a:lvl7pPr lvl="6">
              <a:spcBef>
                <a:spcPts val="0"/>
              </a:spcBef>
              <a:spcAft>
                <a:spcPts val="0"/>
              </a:spcAft>
              <a:buClr>
                <a:schemeClr val="dk1"/>
              </a:buClr>
              <a:buSzPts val="1800"/>
              <a:buNone/>
              <a:defRPr sz="1800">
                <a:solidFill>
                  <a:schemeClr val="dk1"/>
                </a:solidFill>
              </a:defRPr>
            </a:lvl7pPr>
            <a:lvl8pPr lvl="7">
              <a:spcBef>
                <a:spcPts val="0"/>
              </a:spcBef>
              <a:spcAft>
                <a:spcPts val="0"/>
              </a:spcAft>
              <a:buClr>
                <a:schemeClr val="dk1"/>
              </a:buClr>
              <a:buSzPts val="1800"/>
              <a:buNone/>
              <a:defRPr sz="1800">
                <a:solidFill>
                  <a:schemeClr val="dk1"/>
                </a:solidFill>
              </a:defRPr>
            </a:lvl8pPr>
            <a:lvl9pPr lvl="8">
              <a:spcBef>
                <a:spcPts val="0"/>
              </a:spcBef>
              <a:spcAft>
                <a:spcPts val="0"/>
              </a:spcAft>
              <a:buClr>
                <a:schemeClr val="dk1"/>
              </a:buClr>
              <a:buSzPts val="1800"/>
              <a:buNone/>
              <a:defRPr sz="1800">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Horizontal - Light">
  <p:cSld name="BLANK_1_1_1_1_1_1_1_1_1_1_1_1_1_1_2">
    <p:bg>
      <p:bgPr>
        <a:solidFill>
          <a:schemeClr val="accent6"/>
        </a:solidFill>
      </p:bgPr>
    </p:bg>
    <p:spTree>
      <p:nvGrpSpPr>
        <p:cNvPr id="81" name="Shape 81"/>
        <p:cNvGrpSpPr/>
        <p:nvPr/>
      </p:nvGrpSpPr>
      <p:grpSpPr>
        <a:xfrm>
          <a:off x="0" y="0"/>
          <a:ext cx="0" cy="0"/>
          <a:chOff x="0" y="0"/>
          <a:chExt cx="0" cy="0"/>
        </a:xfrm>
      </p:grpSpPr>
      <p:sp>
        <p:nvSpPr>
          <p:cNvPr id="82" name="Google Shape;82;p18"/>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u="sng"/>
          </a:p>
        </p:txBody>
      </p:sp>
      <p:sp>
        <p:nvSpPr>
          <p:cNvPr id="83" name="Google Shape;83;p18"/>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8"/>
          <p:cNvSpPr txBox="1"/>
          <p:nvPr>
            <p:ph idx="2" type="body"/>
          </p:nvPr>
        </p:nvSpPr>
        <p:spPr>
          <a:xfrm>
            <a:off x="4845475" y="1361028"/>
            <a:ext cx="3382500" cy="431400"/>
          </a:xfrm>
          <a:prstGeom prst="rect">
            <a:avLst/>
          </a:prstGeom>
        </p:spPr>
        <p:txBody>
          <a:bodyPr anchorCtr="0" anchor="t" bIns="0" lIns="0" spcFirstLastPara="1" rIns="0" wrap="square" tIns="0">
            <a:sp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85" name="Google Shape;85;p18"/>
          <p:cNvSpPr txBox="1"/>
          <p:nvPr>
            <p:ph idx="3" type="subTitle"/>
          </p:nvPr>
        </p:nvSpPr>
        <p:spPr>
          <a:xfrm>
            <a:off x="4845475" y="1028377"/>
            <a:ext cx="3382500" cy="237600"/>
          </a:xfrm>
          <a:prstGeom prst="rect">
            <a:avLst/>
          </a:prstGeom>
        </p:spPr>
        <p:txBody>
          <a:bodyPr anchorCtr="0" anchor="t" bIns="0" lIns="0" spcFirstLastPara="1" rIns="0" wrap="square" tIns="0">
            <a:spAutoFit/>
          </a:bodyPr>
          <a:lstStyle>
            <a:lvl1pPr lvl="0">
              <a:spcBef>
                <a:spcPts val="0"/>
              </a:spcBef>
              <a:spcAft>
                <a:spcPts val="0"/>
              </a:spcAft>
              <a:buSzPts val="1400"/>
              <a:buNone/>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86" name="Google Shape;86;p18"/>
          <p:cNvSpPr txBox="1"/>
          <p:nvPr>
            <p:ph idx="4" type="body"/>
          </p:nvPr>
        </p:nvSpPr>
        <p:spPr>
          <a:xfrm>
            <a:off x="4845475" y="2595865"/>
            <a:ext cx="3382500" cy="431400"/>
          </a:xfrm>
          <a:prstGeom prst="rect">
            <a:avLst/>
          </a:prstGeom>
        </p:spPr>
        <p:txBody>
          <a:bodyPr anchorCtr="0" anchor="t" bIns="0" lIns="0" spcFirstLastPara="1" rIns="0" wrap="square" tIns="0">
            <a:sp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87" name="Google Shape;87;p18"/>
          <p:cNvSpPr txBox="1"/>
          <p:nvPr>
            <p:ph idx="5" type="subTitle"/>
          </p:nvPr>
        </p:nvSpPr>
        <p:spPr>
          <a:xfrm>
            <a:off x="4845475" y="2263215"/>
            <a:ext cx="3382500" cy="2376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9pPr>
          </a:lstStyle>
          <a:p/>
        </p:txBody>
      </p:sp>
      <p:sp>
        <p:nvSpPr>
          <p:cNvPr id="88" name="Google Shape;88;p18"/>
          <p:cNvSpPr txBox="1"/>
          <p:nvPr>
            <p:ph idx="6" type="body"/>
          </p:nvPr>
        </p:nvSpPr>
        <p:spPr>
          <a:xfrm>
            <a:off x="4845475" y="3870078"/>
            <a:ext cx="3382500" cy="431400"/>
          </a:xfrm>
          <a:prstGeom prst="rect">
            <a:avLst/>
          </a:prstGeom>
        </p:spPr>
        <p:txBody>
          <a:bodyPr anchorCtr="0" anchor="t" bIns="0" lIns="0" spcFirstLastPara="1" rIns="0" wrap="square" tIns="0">
            <a:spAutoFit/>
          </a:bodyPr>
          <a:lstStyle>
            <a:lvl1pPr indent="-292100" lvl="0" marL="457200">
              <a:lnSpc>
                <a:spcPct val="100000"/>
              </a:lnSpc>
              <a:spcBef>
                <a:spcPts val="0"/>
              </a:spcBef>
              <a:spcAft>
                <a:spcPts val="0"/>
              </a:spcAft>
              <a:buClr>
                <a:schemeClr val="dk1"/>
              </a:buClr>
              <a:buSzPts val="1000"/>
              <a:buFont typeface="DM Sans"/>
              <a:buChar char="●"/>
              <a:defRPr sz="1000">
                <a:solidFill>
                  <a:schemeClr val="dk1"/>
                </a:solidFill>
              </a:defRPr>
            </a:lvl1pPr>
            <a:lvl2pPr indent="-292100" lvl="1" marL="914400">
              <a:lnSpc>
                <a:spcPct val="100000"/>
              </a:lnSpc>
              <a:spcBef>
                <a:spcPts val="800"/>
              </a:spcBef>
              <a:spcAft>
                <a:spcPts val="0"/>
              </a:spcAft>
              <a:buClr>
                <a:schemeClr val="dk1"/>
              </a:buClr>
              <a:buSzPts val="1000"/>
              <a:buFont typeface="DM Sans"/>
              <a:buChar char="○"/>
              <a:defRPr sz="1000">
                <a:solidFill>
                  <a:schemeClr val="dk1"/>
                </a:solidFill>
              </a:defRPr>
            </a:lvl2pPr>
            <a:lvl3pPr indent="-292100" lvl="2" marL="1371600">
              <a:lnSpc>
                <a:spcPct val="100000"/>
              </a:lnSpc>
              <a:spcBef>
                <a:spcPts val="800"/>
              </a:spcBef>
              <a:spcAft>
                <a:spcPts val="0"/>
              </a:spcAft>
              <a:buClr>
                <a:schemeClr val="dk1"/>
              </a:buClr>
              <a:buSzPts val="1000"/>
              <a:buFont typeface="DM Sans"/>
              <a:buChar char="■"/>
              <a:defRPr sz="1000">
                <a:solidFill>
                  <a:schemeClr val="dk1"/>
                </a:solidFill>
              </a:defRPr>
            </a:lvl3pPr>
            <a:lvl4pPr indent="-292100" lvl="3" marL="1828800">
              <a:lnSpc>
                <a:spcPct val="100000"/>
              </a:lnSpc>
              <a:spcBef>
                <a:spcPts val="800"/>
              </a:spcBef>
              <a:spcAft>
                <a:spcPts val="0"/>
              </a:spcAft>
              <a:buClr>
                <a:schemeClr val="dk1"/>
              </a:buClr>
              <a:buSzPts val="1000"/>
              <a:buFont typeface="DM Sans"/>
              <a:buChar char="●"/>
              <a:defRPr sz="1000">
                <a:solidFill>
                  <a:schemeClr val="dk1"/>
                </a:solidFill>
              </a:defRPr>
            </a:lvl4pPr>
            <a:lvl5pPr indent="-292100" lvl="4" marL="2286000">
              <a:lnSpc>
                <a:spcPct val="100000"/>
              </a:lnSpc>
              <a:spcBef>
                <a:spcPts val="800"/>
              </a:spcBef>
              <a:spcAft>
                <a:spcPts val="0"/>
              </a:spcAft>
              <a:buClr>
                <a:schemeClr val="dk1"/>
              </a:buClr>
              <a:buSzPts val="1000"/>
              <a:buFont typeface="DM Sans"/>
              <a:buChar char="○"/>
              <a:defRPr sz="1000">
                <a:solidFill>
                  <a:schemeClr val="dk1"/>
                </a:solidFill>
              </a:defRPr>
            </a:lvl5pPr>
            <a:lvl6pPr indent="-292100" lvl="5" marL="2743200">
              <a:lnSpc>
                <a:spcPct val="100000"/>
              </a:lnSpc>
              <a:spcBef>
                <a:spcPts val="800"/>
              </a:spcBef>
              <a:spcAft>
                <a:spcPts val="0"/>
              </a:spcAft>
              <a:buClr>
                <a:schemeClr val="dk1"/>
              </a:buClr>
              <a:buSzPts val="1000"/>
              <a:buFont typeface="DM Sans"/>
              <a:buChar char="■"/>
              <a:defRPr sz="1000">
                <a:solidFill>
                  <a:schemeClr val="dk1"/>
                </a:solidFill>
              </a:defRPr>
            </a:lvl6pPr>
            <a:lvl7pPr indent="-292100" lvl="6" marL="3200400">
              <a:lnSpc>
                <a:spcPct val="100000"/>
              </a:lnSpc>
              <a:spcBef>
                <a:spcPts val="800"/>
              </a:spcBef>
              <a:spcAft>
                <a:spcPts val="0"/>
              </a:spcAft>
              <a:buClr>
                <a:schemeClr val="dk1"/>
              </a:buClr>
              <a:buSzPts val="1000"/>
              <a:buFont typeface="DM Sans"/>
              <a:buChar char="●"/>
              <a:defRPr sz="1000">
                <a:solidFill>
                  <a:schemeClr val="dk1"/>
                </a:solidFill>
              </a:defRPr>
            </a:lvl7pPr>
            <a:lvl8pPr indent="-292100" lvl="7" marL="3657600">
              <a:lnSpc>
                <a:spcPct val="100000"/>
              </a:lnSpc>
              <a:spcBef>
                <a:spcPts val="800"/>
              </a:spcBef>
              <a:spcAft>
                <a:spcPts val="0"/>
              </a:spcAft>
              <a:buClr>
                <a:schemeClr val="dk1"/>
              </a:buClr>
              <a:buSzPts val="1000"/>
              <a:buFont typeface="DM Sans"/>
              <a:buChar char="○"/>
              <a:defRPr sz="1000">
                <a:solidFill>
                  <a:schemeClr val="dk1"/>
                </a:solidFill>
              </a:defRPr>
            </a:lvl8pPr>
            <a:lvl9pPr indent="-292100" lvl="8" marL="4114800">
              <a:lnSpc>
                <a:spcPct val="100000"/>
              </a:lnSpc>
              <a:spcBef>
                <a:spcPts val="800"/>
              </a:spcBef>
              <a:spcAft>
                <a:spcPts val="800"/>
              </a:spcAft>
              <a:buClr>
                <a:schemeClr val="dk1"/>
              </a:buClr>
              <a:buSzPts val="1000"/>
              <a:buFont typeface="DM Sans"/>
              <a:buChar char="■"/>
              <a:defRPr sz="1000">
                <a:solidFill>
                  <a:schemeClr val="dk1"/>
                </a:solidFill>
              </a:defRPr>
            </a:lvl9pPr>
          </a:lstStyle>
          <a:p/>
        </p:txBody>
      </p:sp>
      <p:sp>
        <p:nvSpPr>
          <p:cNvPr id="89" name="Google Shape;89;p18"/>
          <p:cNvSpPr txBox="1"/>
          <p:nvPr>
            <p:ph idx="7" type="subTitle"/>
          </p:nvPr>
        </p:nvSpPr>
        <p:spPr>
          <a:xfrm>
            <a:off x="4845475" y="3537427"/>
            <a:ext cx="3382500" cy="2376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9pPr>
          </a:lstStyle>
          <a:p/>
        </p:txBody>
      </p:sp>
      <p:sp>
        <p:nvSpPr>
          <p:cNvPr id="90" name="Google Shape;90;p18"/>
          <p:cNvSpPr txBox="1"/>
          <p:nvPr>
            <p:ph type="title"/>
          </p:nvPr>
        </p:nvSpPr>
        <p:spPr>
          <a:xfrm>
            <a:off x="361975" y="988555"/>
            <a:ext cx="38601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lvl1pPr>
            <a:lvl2pPr lvl="1">
              <a:lnSpc>
                <a:spcPct val="90000"/>
              </a:lnSpc>
              <a:spcBef>
                <a:spcPts val="0"/>
              </a:spcBef>
              <a:spcAft>
                <a:spcPts val="0"/>
              </a:spcAft>
              <a:buNone/>
              <a:defRPr sz="2200"/>
            </a:lvl2pPr>
            <a:lvl3pPr lvl="2">
              <a:lnSpc>
                <a:spcPct val="90000"/>
              </a:lnSpc>
              <a:spcBef>
                <a:spcPts val="0"/>
              </a:spcBef>
              <a:spcAft>
                <a:spcPts val="0"/>
              </a:spcAft>
              <a:buNone/>
              <a:defRPr sz="2200"/>
            </a:lvl3pPr>
            <a:lvl4pPr lvl="3">
              <a:lnSpc>
                <a:spcPct val="90000"/>
              </a:lnSpc>
              <a:spcBef>
                <a:spcPts val="0"/>
              </a:spcBef>
              <a:spcAft>
                <a:spcPts val="0"/>
              </a:spcAft>
              <a:buNone/>
              <a:defRPr sz="2200"/>
            </a:lvl4pPr>
            <a:lvl5pPr lvl="4">
              <a:lnSpc>
                <a:spcPct val="90000"/>
              </a:lnSpc>
              <a:spcBef>
                <a:spcPts val="0"/>
              </a:spcBef>
              <a:spcAft>
                <a:spcPts val="0"/>
              </a:spcAft>
              <a:buNone/>
              <a:defRPr sz="2200"/>
            </a:lvl5pPr>
            <a:lvl6pPr lvl="5">
              <a:lnSpc>
                <a:spcPct val="90000"/>
              </a:lnSpc>
              <a:spcBef>
                <a:spcPts val="0"/>
              </a:spcBef>
              <a:spcAft>
                <a:spcPts val="0"/>
              </a:spcAft>
              <a:buNone/>
              <a:defRPr sz="2200"/>
            </a:lvl6pPr>
            <a:lvl7pPr lvl="6">
              <a:lnSpc>
                <a:spcPct val="90000"/>
              </a:lnSpc>
              <a:spcBef>
                <a:spcPts val="0"/>
              </a:spcBef>
              <a:spcAft>
                <a:spcPts val="0"/>
              </a:spcAft>
              <a:buNone/>
              <a:defRPr sz="2200"/>
            </a:lvl7pPr>
            <a:lvl8pPr lvl="7">
              <a:lnSpc>
                <a:spcPct val="90000"/>
              </a:lnSpc>
              <a:spcBef>
                <a:spcPts val="0"/>
              </a:spcBef>
              <a:spcAft>
                <a:spcPts val="0"/>
              </a:spcAft>
              <a:buNone/>
              <a:defRPr sz="2200"/>
            </a:lvl8pPr>
            <a:lvl9pPr lvl="8">
              <a:lnSpc>
                <a:spcPct val="90000"/>
              </a:lnSpc>
              <a:spcBef>
                <a:spcPts val="0"/>
              </a:spcBef>
              <a:spcAft>
                <a:spcPts val="0"/>
              </a:spcAft>
              <a:buNone/>
              <a:defRPr sz="2200"/>
            </a:lvl9pPr>
          </a:lstStyle>
          <a:p/>
        </p:txBody>
      </p:sp>
      <p:sp>
        <p:nvSpPr>
          <p:cNvPr id="91" name="Google Shape;91;p18"/>
          <p:cNvSpPr txBox="1"/>
          <p:nvPr>
            <p:ph idx="8"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Horizontal - Light - Alt 1">
  <p:cSld name="BLANK_1_1_1_1_1_1_1_1_1_1_1_1_1_1_2_2">
    <p:bg>
      <p:bgPr>
        <a:solidFill>
          <a:schemeClr val="accent6"/>
        </a:solidFill>
      </p:bgPr>
    </p:bg>
    <p:spTree>
      <p:nvGrpSpPr>
        <p:cNvPr id="92" name="Shape 92"/>
        <p:cNvGrpSpPr/>
        <p:nvPr/>
      </p:nvGrpSpPr>
      <p:grpSpPr>
        <a:xfrm>
          <a:off x="0" y="0"/>
          <a:ext cx="0" cy="0"/>
          <a:chOff x="0" y="0"/>
          <a:chExt cx="0" cy="0"/>
        </a:xfrm>
      </p:grpSpPr>
      <p:sp>
        <p:nvSpPr>
          <p:cNvPr id="93" name="Google Shape;93;p19"/>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19"/>
          <p:cNvSpPr txBox="1"/>
          <p:nvPr>
            <p:ph idx="2" type="body"/>
          </p:nvPr>
        </p:nvSpPr>
        <p:spPr>
          <a:xfrm>
            <a:off x="4845475" y="998689"/>
            <a:ext cx="3382500" cy="587700"/>
          </a:xfrm>
          <a:prstGeom prst="rect">
            <a:avLst/>
          </a:prstGeom>
        </p:spPr>
        <p:txBody>
          <a:bodyPr anchorCtr="0" anchor="t" bIns="0" lIns="0" spcFirstLastPara="1" rIns="0" wrap="square" tIns="0">
            <a:sp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95" name="Google Shape;95;p19"/>
          <p:cNvSpPr txBox="1"/>
          <p:nvPr>
            <p:ph idx="3" type="subTitle"/>
          </p:nvPr>
        </p:nvSpPr>
        <p:spPr>
          <a:xfrm>
            <a:off x="4845475" y="666041"/>
            <a:ext cx="3382500" cy="237600"/>
          </a:xfrm>
          <a:prstGeom prst="rect">
            <a:avLst/>
          </a:prstGeom>
        </p:spPr>
        <p:txBody>
          <a:bodyPr anchorCtr="0" anchor="t" bIns="0" lIns="0" spcFirstLastPara="1" rIns="0" wrap="square" tIns="0">
            <a:spAutoFit/>
          </a:bodyPr>
          <a:lstStyle>
            <a:lvl1pPr lvl="0">
              <a:spcBef>
                <a:spcPts val="0"/>
              </a:spcBef>
              <a:spcAft>
                <a:spcPts val="0"/>
              </a:spcAft>
              <a:buSzPts val="1400"/>
              <a:buNone/>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96" name="Google Shape;96;p19"/>
          <p:cNvSpPr txBox="1"/>
          <p:nvPr>
            <p:ph type="title"/>
          </p:nvPr>
        </p:nvSpPr>
        <p:spPr>
          <a:xfrm>
            <a:off x="361975" y="988555"/>
            <a:ext cx="38601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a:lvl1pPr>
            <a:lvl2pPr lvl="1">
              <a:lnSpc>
                <a:spcPct val="90000"/>
              </a:lnSpc>
              <a:spcBef>
                <a:spcPts val="0"/>
              </a:spcBef>
              <a:spcAft>
                <a:spcPts val="0"/>
              </a:spcAft>
              <a:buNone/>
              <a:defRPr/>
            </a:lvl2pPr>
            <a:lvl3pPr lvl="2">
              <a:lnSpc>
                <a:spcPct val="90000"/>
              </a:lnSpc>
              <a:spcBef>
                <a:spcPts val="0"/>
              </a:spcBef>
              <a:spcAft>
                <a:spcPts val="0"/>
              </a:spcAft>
              <a:buNone/>
              <a:defRPr/>
            </a:lvl3pPr>
            <a:lvl4pPr lvl="3">
              <a:lnSpc>
                <a:spcPct val="90000"/>
              </a:lnSpc>
              <a:spcBef>
                <a:spcPts val="0"/>
              </a:spcBef>
              <a:spcAft>
                <a:spcPts val="0"/>
              </a:spcAft>
              <a:buNone/>
              <a:defRPr/>
            </a:lvl4pPr>
            <a:lvl5pPr lvl="4">
              <a:lnSpc>
                <a:spcPct val="90000"/>
              </a:lnSpc>
              <a:spcBef>
                <a:spcPts val="0"/>
              </a:spcBef>
              <a:spcAft>
                <a:spcPts val="0"/>
              </a:spcAft>
              <a:buNone/>
              <a:defRPr/>
            </a:lvl5pPr>
            <a:lvl6pPr lvl="5">
              <a:lnSpc>
                <a:spcPct val="90000"/>
              </a:lnSpc>
              <a:spcBef>
                <a:spcPts val="0"/>
              </a:spcBef>
              <a:spcAft>
                <a:spcPts val="0"/>
              </a:spcAft>
              <a:buNone/>
              <a:defRPr/>
            </a:lvl6pPr>
            <a:lvl7pPr lvl="6">
              <a:lnSpc>
                <a:spcPct val="90000"/>
              </a:lnSpc>
              <a:spcBef>
                <a:spcPts val="0"/>
              </a:spcBef>
              <a:spcAft>
                <a:spcPts val="0"/>
              </a:spcAft>
              <a:buNone/>
              <a:defRPr/>
            </a:lvl7pPr>
            <a:lvl8pPr lvl="7">
              <a:lnSpc>
                <a:spcPct val="90000"/>
              </a:lnSpc>
              <a:spcBef>
                <a:spcPts val="0"/>
              </a:spcBef>
              <a:spcAft>
                <a:spcPts val="0"/>
              </a:spcAft>
              <a:buNone/>
              <a:defRPr/>
            </a:lvl8pPr>
            <a:lvl9pPr lvl="8">
              <a:lnSpc>
                <a:spcPct val="90000"/>
              </a:lnSpc>
              <a:spcBef>
                <a:spcPts val="0"/>
              </a:spcBef>
              <a:spcAft>
                <a:spcPts val="0"/>
              </a:spcAft>
              <a:buNone/>
              <a:defRPr/>
            </a:lvl9pPr>
          </a:lstStyle>
          <a:p/>
        </p:txBody>
      </p:sp>
      <p:sp>
        <p:nvSpPr>
          <p:cNvPr id="97" name="Google Shape;97;p19"/>
          <p:cNvSpPr txBox="1"/>
          <p:nvPr>
            <p:ph idx="4"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8" name="Google Shape;98;p19"/>
          <p:cNvSpPr txBox="1"/>
          <p:nvPr>
            <p:ph idx="5" type="body"/>
          </p:nvPr>
        </p:nvSpPr>
        <p:spPr>
          <a:xfrm>
            <a:off x="4845475" y="3927439"/>
            <a:ext cx="3382500" cy="587700"/>
          </a:xfrm>
          <a:prstGeom prst="rect">
            <a:avLst/>
          </a:prstGeom>
        </p:spPr>
        <p:txBody>
          <a:bodyPr anchorCtr="0" anchor="t" bIns="0" lIns="0" spcFirstLastPara="1" rIns="0" wrap="square" tIns="0">
            <a:sp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99" name="Google Shape;99;p19"/>
          <p:cNvSpPr txBox="1"/>
          <p:nvPr>
            <p:ph idx="6" type="subTitle"/>
          </p:nvPr>
        </p:nvSpPr>
        <p:spPr>
          <a:xfrm>
            <a:off x="4845475" y="3594791"/>
            <a:ext cx="3382500" cy="2376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100" name="Google Shape;100;p19"/>
          <p:cNvSpPr txBox="1"/>
          <p:nvPr>
            <p:ph idx="7" type="body"/>
          </p:nvPr>
        </p:nvSpPr>
        <p:spPr>
          <a:xfrm>
            <a:off x="4845475" y="2431037"/>
            <a:ext cx="3382500" cy="587700"/>
          </a:xfrm>
          <a:prstGeom prst="rect">
            <a:avLst/>
          </a:prstGeom>
        </p:spPr>
        <p:txBody>
          <a:bodyPr anchorCtr="0" anchor="t" bIns="0" lIns="0" spcFirstLastPara="1" rIns="0" wrap="square" tIns="0">
            <a:spAutoFit/>
          </a:bodyPr>
          <a:lstStyle>
            <a:lvl1pPr indent="-292100" lvl="0" marL="457200">
              <a:lnSpc>
                <a:spcPct val="100000"/>
              </a:lnSpc>
              <a:spcBef>
                <a:spcPts val="0"/>
              </a:spcBef>
              <a:spcAft>
                <a:spcPts val="0"/>
              </a:spcAft>
              <a:buClr>
                <a:schemeClr val="dk1"/>
              </a:buClr>
              <a:buSzPts val="1000"/>
              <a:buFont typeface="DM Sans"/>
              <a:buChar char="●"/>
              <a:defRPr sz="1000">
                <a:solidFill>
                  <a:schemeClr val="dk1"/>
                </a:solidFill>
              </a:defRPr>
            </a:lvl1pPr>
            <a:lvl2pPr indent="-292100" lvl="1" marL="914400">
              <a:lnSpc>
                <a:spcPct val="100000"/>
              </a:lnSpc>
              <a:spcBef>
                <a:spcPts val="800"/>
              </a:spcBef>
              <a:spcAft>
                <a:spcPts val="0"/>
              </a:spcAft>
              <a:buClr>
                <a:schemeClr val="dk1"/>
              </a:buClr>
              <a:buSzPts val="1000"/>
              <a:buFont typeface="DM Sans"/>
              <a:buChar char="○"/>
              <a:defRPr sz="1000">
                <a:solidFill>
                  <a:schemeClr val="dk1"/>
                </a:solidFill>
              </a:defRPr>
            </a:lvl2pPr>
            <a:lvl3pPr indent="-292100" lvl="2" marL="1371600">
              <a:lnSpc>
                <a:spcPct val="100000"/>
              </a:lnSpc>
              <a:spcBef>
                <a:spcPts val="800"/>
              </a:spcBef>
              <a:spcAft>
                <a:spcPts val="0"/>
              </a:spcAft>
              <a:buClr>
                <a:schemeClr val="dk1"/>
              </a:buClr>
              <a:buSzPts val="1000"/>
              <a:buFont typeface="DM Sans"/>
              <a:buChar char="■"/>
              <a:defRPr sz="1000">
                <a:solidFill>
                  <a:schemeClr val="dk1"/>
                </a:solidFill>
              </a:defRPr>
            </a:lvl3pPr>
            <a:lvl4pPr indent="-292100" lvl="3" marL="1828800">
              <a:lnSpc>
                <a:spcPct val="100000"/>
              </a:lnSpc>
              <a:spcBef>
                <a:spcPts val="800"/>
              </a:spcBef>
              <a:spcAft>
                <a:spcPts val="0"/>
              </a:spcAft>
              <a:buClr>
                <a:schemeClr val="dk1"/>
              </a:buClr>
              <a:buSzPts val="1000"/>
              <a:buFont typeface="DM Sans"/>
              <a:buChar char="●"/>
              <a:defRPr sz="1000">
                <a:solidFill>
                  <a:schemeClr val="dk1"/>
                </a:solidFill>
              </a:defRPr>
            </a:lvl4pPr>
            <a:lvl5pPr indent="-292100" lvl="4" marL="2286000">
              <a:lnSpc>
                <a:spcPct val="100000"/>
              </a:lnSpc>
              <a:spcBef>
                <a:spcPts val="800"/>
              </a:spcBef>
              <a:spcAft>
                <a:spcPts val="0"/>
              </a:spcAft>
              <a:buClr>
                <a:schemeClr val="dk1"/>
              </a:buClr>
              <a:buSzPts val="1000"/>
              <a:buFont typeface="DM Sans"/>
              <a:buChar char="○"/>
              <a:defRPr sz="1000">
                <a:solidFill>
                  <a:schemeClr val="dk1"/>
                </a:solidFill>
              </a:defRPr>
            </a:lvl5pPr>
            <a:lvl6pPr indent="-292100" lvl="5" marL="2743200">
              <a:lnSpc>
                <a:spcPct val="100000"/>
              </a:lnSpc>
              <a:spcBef>
                <a:spcPts val="800"/>
              </a:spcBef>
              <a:spcAft>
                <a:spcPts val="0"/>
              </a:spcAft>
              <a:buClr>
                <a:schemeClr val="dk1"/>
              </a:buClr>
              <a:buSzPts val="1000"/>
              <a:buFont typeface="DM Sans"/>
              <a:buChar char="■"/>
              <a:defRPr sz="1000">
                <a:solidFill>
                  <a:schemeClr val="dk1"/>
                </a:solidFill>
              </a:defRPr>
            </a:lvl6pPr>
            <a:lvl7pPr indent="-292100" lvl="6" marL="3200400">
              <a:lnSpc>
                <a:spcPct val="100000"/>
              </a:lnSpc>
              <a:spcBef>
                <a:spcPts val="800"/>
              </a:spcBef>
              <a:spcAft>
                <a:spcPts val="0"/>
              </a:spcAft>
              <a:buClr>
                <a:schemeClr val="dk1"/>
              </a:buClr>
              <a:buSzPts val="1000"/>
              <a:buFont typeface="DM Sans"/>
              <a:buChar char="●"/>
              <a:defRPr sz="1000">
                <a:solidFill>
                  <a:schemeClr val="dk1"/>
                </a:solidFill>
              </a:defRPr>
            </a:lvl7pPr>
            <a:lvl8pPr indent="-292100" lvl="7" marL="3657600">
              <a:lnSpc>
                <a:spcPct val="100000"/>
              </a:lnSpc>
              <a:spcBef>
                <a:spcPts val="800"/>
              </a:spcBef>
              <a:spcAft>
                <a:spcPts val="0"/>
              </a:spcAft>
              <a:buClr>
                <a:schemeClr val="dk1"/>
              </a:buClr>
              <a:buSzPts val="1000"/>
              <a:buFont typeface="DM Sans"/>
              <a:buChar char="○"/>
              <a:defRPr sz="1000">
                <a:solidFill>
                  <a:schemeClr val="dk1"/>
                </a:solidFill>
              </a:defRPr>
            </a:lvl8pPr>
            <a:lvl9pPr indent="-292100" lvl="8" marL="4114800">
              <a:lnSpc>
                <a:spcPct val="100000"/>
              </a:lnSpc>
              <a:spcBef>
                <a:spcPts val="800"/>
              </a:spcBef>
              <a:spcAft>
                <a:spcPts val="800"/>
              </a:spcAft>
              <a:buClr>
                <a:schemeClr val="dk1"/>
              </a:buClr>
              <a:buSzPts val="1000"/>
              <a:buFont typeface="DM Sans"/>
              <a:buChar char="■"/>
              <a:defRPr sz="1000">
                <a:solidFill>
                  <a:schemeClr val="dk1"/>
                </a:solidFill>
              </a:defRPr>
            </a:lvl9pPr>
          </a:lstStyle>
          <a:p/>
        </p:txBody>
      </p:sp>
      <p:sp>
        <p:nvSpPr>
          <p:cNvPr id="101" name="Google Shape;101;p19"/>
          <p:cNvSpPr txBox="1"/>
          <p:nvPr>
            <p:ph idx="8" type="subTitle"/>
          </p:nvPr>
        </p:nvSpPr>
        <p:spPr>
          <a:xfrm>
            <a:off x="4845475" y="2098390"/>
            <a:ext cx="3382500" cy="2376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9pPr>
          </a:lstStyle>
          <a:p/>
        </p:txBody>
      </p:sp>
      <p:sp>
        <p:nvSpPr>
          <p:cNvPr id="102" name="Google Shape;102;p19"/>
          <p:cNvSpPr txBox="1"/>
          <p:nvPr>
            <p:ph idx="9" type="body"/>
          </p:nvPr>
        </p:nvSpPr>
        <p:spPr>
          <a:xfrm>
            <a:off x="356100" y="3243900"/>
            <a:ext cx="2798700" cy="1334400"/>
          </a:xfrm>
          <a:prstGeom prst="rect">
            <a:avLst/>
          </a:prstGeom>
        </p:spPr>
        <p:txBody>
          <a:bodyPr anchorCtr="0" anchor="b"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 Horizontal - Dark">
  <p:cSld name="BLANK_1_1_1_1_1_1_1_1_1_1_1_1_1_1_2_1">
    <p:bg>
      <p:bgPr>
        <a:solidFill>
          <a:schemeClr val="lt1"/>
        </a:solidFill>
      </p:bgPr>
    </p:bg>
    <p:spTree>
      <p:nvGrpSpPr>
        <p:cNvPr id="103" name="Shape 103"/>
        <p:cNvGrpSpPr/>
        <p:nvPr/>
      </p:nvGrpSpPr>
      <p:grpSpPr>
        <a:xfrm>
          <a:off x="0" y="0"/>
          <a:ext cx="0" cy="0"/>
          <a:chOff x="0" y="0"/>
          <a:chExt cx="0" cy="0"/>
        </a:xfrm>
      </p:grpSpPr>
      <p:sp>
        <p:nvSpPr>
          <p:cNvPr id="104" name="Google Shape;104;p20"/>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05" name="Google Shape;105;p20"/>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106" name="Google Shape;106;p20"/>
          <p:cNvSpPr txBox="1"/>
          <p:nvPr>
            <p:ph idx="2" type="body"/>
          </p:nvPr>
        </p:nvSpPr>
        <p:spPr>
          <a:xfrm>
            <a:off x="4845475" y="1361028"/>
            <a:ext cx="3382500" cy="431400"/>
          </a:xfrm>
          <a:prstGeom prst="rect">
            <a:avLst/>
          </a:prstGeom>
        </p:spPr>
        <p:txBody>
          <a:bodyPr anchorCtr="0" anchor="t" bIns="0" lIns="0" spcFirstLastPara="1" rIns="0" wrap="square" tIns="0">
            <a:sp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107" name="Google Shape;107;p20"/>
          <p:cNvSpPr txBox="1"/>
          <p:nvPr>
            <p:ph idx="3" type="subTitle"/>
          </p:nvPr>
        </p:nvSpPr>
        <p:spPr>
          <a:xfrm>
            <a:off x="4845475" y="1028377"/>
            <a:ext cx="3382500" cy="237600"/>
          </a:xfrm>
          <a:prstGeom prst="rect">
            <a:avLst/>
          </a:prstGeom>
        </p:spPr>
        <p:txBody>
          <a:bodyPr anchorCtr="0" anchor="t" bIns="0" lIns="0" spcFirstLastPara="1" rIns="0" wrap="square" tIns="0">
            <a:spAutoFit/>
          </a:bodyPr>
          <a:lstStyle>
            <a:lvl1pPr lvl="0">
              <a:spcBef>
                <a:spcPts val="0"/>
              </a:spcBef>
              <a:spcAft>
                <a:spcPts val="0"/>
              </a:spcAft>
              <a:buSzPts val="1400"/>
              <a:buNone/>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108" name="Google Shape;108;p20"/>
          <p:cNvSpPr txBox="1"/>
          <p:nvPr>
            <p:ph idx="4" type="body"/>
          </p:nvPr>
        </p:nvSpPr>
        <p:spPr>
          <a:xfrm>
            <a:off x="4845475" y="2595865"/>
            <a:ext cx="3382500" cy="431400"/>
          </a:xfrm>
          <a:prstGeom prst="rect">
            <a:avLst/>
          </a:prstGeom>
        </p:spPr>
        <p:txBody>
          <a:bodyPr anchorCtr="0" anchor="t" bIns="0" lIns="0" spcFirstLastPara="1" rIns="0" wrap="square" tIns="0">
            <a:sp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109" name="Google Shape;109;p20"/>
          <p:cNvSpPr txBox="1"/>
          <p:nvPr>
            <p:ph idx="5" type="subTitle"/>
          </p:nvPr>
        </p:nvSpPr>
        <p:spPr>
          <a:xfrm>
            <a:off x="4845475" y="2263215"/>
            <a:ext cx="3382500" cy="2376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9pPr>
          </a:lstStyle>
          <a:p/>
        </p:txBody>
      </p:sp>
      <p:sp>
        <p:nvSpPr>
          <p:cNvPr id="110" name="Google Shape;110;p20"/>
          <p:cNvSpPr txBox="1"/>
          <p:nvPr>
            <p:ph idx="6" type="body"/>
          </p:nvPr>
        </p:nvSpPr>
        <p:spPr>
          <a:xfrm>
            <a:off x="4845475" y="3870078"/>
            <a:ext cx="3382500" cy="431400"/>
          </a:xfrm>
          <a:prstGeom prst="rect">
            <a:avLst/>
          </a:prstGeom>
        </p:spPr>
        <p:txBody>
          <a:bodyPr anchorCtr="0" anchor="t" bIns="0" lIns="0" spcFirstLastPara="1" rIns="0" wrap="square" tIns="0">
            <a:spAutoFit/>
          </a:bodyPr>
          <a:lstStyle>
            <a:lvl1pPr indent="-292100" lvl="0" marL="457200">
              <a:lnSpc>
                <a:spcPct val="100000"/>
              </a:lnSpc>
              <a:spcBef>
                <a:spcPts val="0"/>
              </a:spcBef>
              <a:spcAft>
                <a:spcPts val="0"/>
              </a:spcAft>
              <a:buSzPts val="1000"/>
              <a:buFont typeface="DM Sans"/>
              <a:buChar char="●"/>
              <a:defRPr sz="1000"/>
            </a:lvl1pPr>
            <a:lvl2pPr indent="-292100" lvl="1" marL="914400">
              <a:lnSpc>
                <a:spcPct val="100000"/>
              </a:lnSpc>
              <a:spcBef>
                <a:spcPts val="800"/>
              </a:spcBef>
              <a:spcAft>
                <a:spcPts val="0"/>
              </a:spcAft>
              <a:buSzPts val="1000"/>
              <a:buFont typeface="DM Sans"/>
              <a:buChar char="○"/>
              <a:defRPr sz="1000"/>
            </a:lvl2pPr>
            <a:lvl3pPr indent="-292100" lvl="2" marL="1371600">
              <a:lnSpc>
                <a:spcPct val="100000"/>
              </a:lnSpc>
              <a:spcBef>
                <a:spcPts val="800"/>
              </a:spcBef>
              <a:spcAft>
                <a:spcPts val="0"/>
              </a:spcAft>
              <a:buSzPts val="1000"/>
              <a:buFont typeface="DM Sans"/>
              <a:buChar char="■"/>
              <a:defRPr sz="1000"/>
            </a:lvl3pPr>
            <a:lvl4pPr indent="-292100" lvl="3" marL="1828800">
              <a:lnSpc>
                <a:spcPct val="100000"/>
              </a:lnSpc>
              <a:spcBef>
                <a:spcPts val="800"/>
              </a:spcBef>
              <a:spcAft>
                <a:spcPts val="0"/>
              </a:spcAft>
              <a:buSzPts val="1000"/>
              <a:buFont typeface="DM Sans"/>
              <a:buChar char="●"/>
              <a:defRPr sz="1000"/>
            </a:lvl4pPr>
            <a:lvl5pPr indent="-292100" lvl="4" marL="2286000">
              <a:lnSpc>
                <a:spcPct val="100000"/>
              </a:lnSpc>
              <a:spcBef>
                <a:spcPts val="800"/>
              </a:spcBef>
              <a:spcAft>
                <a:spcPts val="0"/>
              </a:spcAft>
              <a:buSzPts val="1000"/>
              <a:buFont typeface="DM Sans"/>
              <a:buChar char="○"/>
              <a:defRPr sz="1000"/>
            </a:lvl5pPr>
            <a:lvl6pPr indent="-292100" lvl="5" marL="2743200">
              <a:lnSpc>
                <a:spcPct val="100000"/>
              </a:lnSpc>
              <a:spcBef>
                <a:spcPts val="800"/>
              </a:spcBef>
              <a:spcAft>
                <a:spcPts val="0"/>
              </a:spcAft>
              <a:buSzPts val="1000"/>
              <a:buFont typeface="DM Sans"/>
              <a:buChar char="■"/>
              <a:defRPr sz="1000"/>
            </a:lvl6pPr>
            <a:lvl7pPr indent="-292100" lvl="6" marL="3200400">
              <a:lnSpc>
                <a:spcPct val="100000"/>
              </a:lnSpc>
              <a:spcBef>
                <a:spcPts val="800"/>
              </a:spcBef>
              <a:spcAft>
                <a:spcPts val="0"/>
              </a:spcAft>
              <a:buSzPts val="1000"/>
              <a:buFont typeface="DM Sans"/>
              <a:buChar char="●"/>
              <a:defRPr sz="1000"/>
            </a:lvl7pPr>
            <a:lvl8pPr indent="-292100" lvl="7" marL="3657600">
              <a:lnSpc>
                <a:spcPct val="100000"/>
              </a:lnSpc>
              <a:spcBef>
                <a:spcPts val="800"/>
              </a:spcBef>
              <a:spcAft>
                <a:spcPts val="0"/>
              </a:spcAft>
              <a:buSzPts val="1000"/>
              <a:buFont typeface="DM Sans"/>
              <a:buChar char="○"/>
              <a:defRPr sz="1000"/>
            </a:lvl8pPr>
            <a:lvl9pPr indent="-292100" lvl="8" marL="4114800">
              <a:lnSpc>
                <a:spcPct val="100000"/>
              </a:lnSpc>
              <a:spcBef>
                <a:spcPts val="800"/>
              </a:spcBef>
              <a:spcAft>
                <a:spcPts val="800"/>
              </a:spcAft>
              <a:buSzPts val="1000"/>
              <a:buFont typeface="DM Sans"/>
              <a:buChar char="■"/>
              <a:defRPr sz="1000"/>
            </a:lvl9pPr>
          </a:lstStyle>
          <a:p/>
        </p:txBody>
      </p:sp>
      <p:sp>
        <p:nvSpPr>
          <p:cNvPr id="111" name="Google Shape;111;p20"/>
          <p:cNvSpPr txBox="1"/>
          <p:nvPr>
            <p:ph idx="7" type="subTitle"/>
          </p:nvPr>
        </p:nvSpPr>
        <p:spPr>
          <a:xfrm>
            <a:off x="4845475" y="3537427"/>
            <a:ext cx="3382500" cy="237600"/>
          </a:xfrm>
          <a:prstGeom prst="rect">
            <a:avLst/>
          </a:prstGeom>
        </p:spPr>
        <p:txBody>
          <a:bodyPr anchorCtr="0" anchor="t" bIns="0" lIns="0" spcFirstLastPara="1" rIns="0" wrap="square" tIns="0">
            <a:spAutoFit/>
          </a:bodyPr>
          <a:lstStyle>
            <a:lvl1pPr lvl="0">
              <a:spcBef>
                <a:spcPts val="0"/>
              </a:spcBef>
              <a:spcAft>
                <a:spcPts val="0"/>
              </a:spcAft>
              <a:buSzPts val="1400"/>
              <a:buNone/>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112" name="Google Shape;112;p20"/>
          <p:cNvSpPr txBox="1"/>
          <p:nvPr>
            <p:ph type="title"/>
          </p:nvPr>
        </p:nvSpPr>
        <p:spPr>
          <a:xfrm>
            <a:off x="361975" y="988555"/>
            <a:ext cx="38601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solidFill>
                  <a:schemeClr val="dk1"/>
                </a:solidFill>
              </a:defRPr>
            </a:lvl1pPr>
            <a:lvl2pPr lvl="1">
              <a:lnSpc>
                <a:spcPct val="90000"/>
              </a:lnSpc>
              <a:spcBef>
                <a:spcPts val="0"/>
              </a:spcBef>
              <a:spcAft>
                <a:spcPts val="0"/>
              </a:spcAft>
              <a:buNone/>
              <a:defRPr sz="2200">
                <a:solidFill>
                  <a:schemeClr val="dk1"/>
                </a:solidFill>
              </a:defRPr>
            </a:lvl2pPr>
            <a:lvl3pPr lvl="2">
              <a:lnSpc>
                <a:spcPct val="90000"/>
              </a:lnSpc>
              <a:spcBef>
                <a:spcPts val="0"/>
              </a:spcBef>
              <a:spcAft>
                <a:spcPts val="0"/>
              </a:spcAft>
              <a:buNone/>
              <a:defRPr sz="2200">
                <a:solidFill>
                  <a:schemeClr val="dk1"/>
                </a:solidFill>
              </a:defRPr>
            </a:lvl3pPr>
            <a:lvl4pPr lvl="3">
              <a:lnSpc>
                <a:spcPct val="90000"/>
              </a:lnSpc>
              <a:spcBef>
                <a:spcPts val="0"/>
              </a:spcBef>
              <a:spcAft>
                <a:spcPts val="0"/>
              </a:spcAft>
              <a:buNone/>
              <a:defRPr sz="2200">
                <a:solidFill>
                  <a:schemeClr val="dk1"/>
                </a:solidFill>
              </a:defRPr>
            </a:lvl4pPr>
            <a:lvl5pPr lvl="4">
              <a:lnSpc>
                <a:spcPct val="90000"/>
              </a:lnSpc>
              <a:spcBef>
                <a:spcPts val="0"/>
              </a:spcBef>
              <a:spcAft>
                <a:spcPts val="0"/>
              </a:spcAft>
              <a:buNone/>
              <a:defRPr sz="2200">
                <a:solidFill>
                  <a:schemeClr val="dk1"/>
                </a:solidFill>
              </a:defRPr>
            </a:lvl5pPr>
            <a:lvl6pPr lvl="5">
              <a:lnSpc>
                <a:spcPct val="90000"/>
              </a:lnSpc>
              <a:spcBef>
                <a:spcPts val="0"/>
              </a:spcBef>
              <a:spcAft>
                <a:spcPts val="0"/>
              </a:spcAft>
              <a:buNone/>
              <a:defRPr sz="2200">
                <a:solidFill>
                  <a:schemeClr val="dk1"/>
                </a:solidFill>
              </a:defRPr>
            </a:lvl6pPr>
            <a:lvl7pPr lvl="6">
              <a:lnSpc>
                <a:spcPct val="90000"/>
              </a:lnSpc>
              <a:spcBef>
                <a:spcPts val="0"/>
              </a:spcBef>
              <a:spcAft>
                <a:spcPts val="0"/>
              </a:spcAft>
              <a:buNone/>
              <a:defRPr sz="2200">
                <a:solidFill>
                  <a:schemeClr val="dk1"/>
                </a:solidFill>
              </a:defRPr>
            </a:lvl7pPr>
            <a:lvl8pPr lvl="7">
              <a:lnSpc>
                <a:spcPct val="90000"/>
              </a:lnSpc>
              <a:spcBef>
                <a:spcPts val="0"/>
              </a:spcBef>
              <a:spcAft>
                <a:spcPts val="0"/>
              </a:spcAft>
              <a:buNone/>
              <a:defRPr sz="2200">
                <a:solidFill>
                  <a:schemeClr val="dk1"/>
                </a:solidFill>
              </a:defRPr>
            </a:lvl8pPr>
            <a:lvl9pPr lvl="8">
              <a:lnSpc>
                <a:spcPct val="90000"/>
              </a:lnSpc>
              <a:spcBef>
                <a:spcPts val="0"/>
              </a:spcBef>
              <a:spcAft>
                <a:spcPts val="0"/>
              </a:spcAft>
              <a:buNone/>
              <a:defRPr sz="2200">
                <a:solidFill>
                  <a:schemeClr val="dk1"/>
                </a:solidFill>
              </a:defRPr>
            </a:lvl9pPr>
          </a:lstStyle>
          <a:p/>
        </p:txBody>
      </p:sp>
      <p:sp>
        <p:nvSpPr>
          <p:cNvPr id="113" name="Google Shape;113;p20"/>
          <p:cNvSpPr txBox="1"/>
          <p:nvPr>
            <p:ph idx="8"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four big ideas">
  <p:cSld name="BLANK_1_1_1_1_1_1_1_1_1_1_1_1_1_1_1">
    <p:bg>
      <p:bgPr>
        <a:solidFill>
          <a:schemeClr val="lt1"/>
        </a:solidFill>
      </p:bgPr>
    </p:bg>
    <p:spTree>
      <p:nvGrpSpPr>
        <p:cNvPr id="114" name="Shape 114"/>
        <p:cNvGrpSpPr/>
        <p:nvPr/>
      </p:nvGrpSpPr>
      <p:grpSpPr>
        <a:xfrm>
          <a:off x="0" y="0"/>
          <a:ext cx="0" cy="0"/>
          <a:chOff x="0" y="0"/>
          <a:chExt cx="0" cy="0"/>
        </a:xfrm>
      </p:grpSpPr>
      <p:sp>
        <p:nvSpPr>
          <p:cNvPr id="115" name="Google Shape;115;p21"/>
          <p:cNvSpPr txBox="1"/>
          <p:nvPr>
            <p:ph idx="1" type="body"/>
          </p:nvPr>
        </p:nvSpPr>
        <p:spPr>
          <a:xfrm>
            <a:off x="2610420" y="2943375"/>
            <a:ext cx="1645800" cy="16080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116" name="Google Shape;116;p21"/>
          <p:cNvSpPr txBox="1"/>
          <p:nvPr>
            <p:ph idx="2" type="subTitle"/>
          </p:nvPr>
        </p:nvSpPr>
        <p:spPr>
          <a:xfrm>
            <a:off x="2610418" y="2169054"/>
            <a:ext cx="16458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117" name="Google Shape;117;p21"/>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18" name="Google Shape;118;p21"/>
          <p:cNvSpPr txBox="1"/>
          <p:nvPr>
            <p:ph idx="3"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119" name="Google Shape;119;p21"/>
          <p:cNvSpPr txBox="1"/>
          <p:nvPr>
            <p:ph idx="4" type="body"/>
          </p:nvPr>
        </p:nvSpPr>
        <p:spPr>
          <a:xfrm>
            <a:off x="4889772" y="2943375"/>
            <a:ext cx="1645800" cy="16080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Clr>
                <a:schemeClr val="dk1"/>
              </a:buClr>
              <a:buSzPts val="1000"/>
              <a:buFont typeface="DM Sans"/>
              <a:buChar char="●"/>
              <a:defRPr sz="1000">
                <a:solidFill>
                  <a:schemeClr val="dk1"/>
                </a:solidFill>
              </a:defRPr>
            </a:lvl1pPr>
            <a:lvl2pPr indent="-292100" lvl="1" marL="914400">
              <a:lnSpc>
                <a:spcPct val="100000"/>
              </a:lnSpc>
              <a:spcBef>
                <a:spcPts val="800"/>
              </a:spcBef>
              <a:spcAft>
                <a:spcPts val="0"/>
              </a:spcAft>
              <a:buClr>
                <a:schemeClr val="dk1"/>
              </a:buClr>
              <a:buSzPts val="1000"/>
              <a:buFont typeface="DM Sans"/>
              <a:buChar char="○"/>
              <a:defRPr sz="1000">
                <a:solidFill>
                  <a:schemeClr val="dk1"/>
                </a:solidFill>
              </a:defRPr>
            </a:lvl2pPr>
            <a:lvl3pPr indent="-292100" lvl="2" marL="1371600">
              <a:lnSpc>
                <a:spcPct val="100000"/>
              </a:lnSpc>
              <a:spcBef>
                <a:spcPts val="800"/>
              </a:spcBef>
              <a:spcAft>
                <a:spcPts val="0"/>
              </a:spcAft>
              <a:buClr>
                <a:schemeClr val="dk1"/>
              </a:buClr>
              <a:buSzPts val="1000"/>
              <a:buFont typeface="DM Sans"/>
              <a:buChar char="■"/>
              <a:defRPr sz="1000">
                <a:solidFill>
                  <a:schemeClr val="dk1"/>
                </a:solidFill>
              </a:defRPr>
            </a:lvl3pPr>
            <a:lvl4pPr indent="-292100" lvl="3" marL="1828800">
              <a:lnSpc>
                <a:spcPct val="100000"/>
              </a:lnSpc>
              <a:spcBef>
                <a:spcPts val="800"/>
              </a:spcBef>
              <a:spcAft>
                <a:spcPts val="0"/>
              </a:spcAft>
              <a:buClr>
                <a:schemeClr val="dk1"/>
              </a:buClr>
              <a:buSzPts val="1000"/>
              <a:buFont typeface="DM Sans"/>
              <a:buChar char="●"/>
              <a:defRPr sz="1000">
                <a:solidFill>
                  <a:schemeClr val="dk1"/>
                </a:solidFill>
              </a:defRPr>
            </a:lvl4pPr>
            <a:lvl5pPr indent="-292100" lvl="4" marL="2286000">
              <a:lnSpc>
                <a:spcPct val="100000"/>
              </a:lnSpc>
              <a:spcBef>
                <a:spcPts val="800"/>
              </a:spcBef>
              <a:spcAft>
                <a:spcPts val="0"/>
              </a:spcAft>
              <a:buClr>
                <a:schemeClr val="dk1"/>
              </a:buClr>
              <a:buSzPts val="1000"/>
              <a:buFont typeface="DM Sans"/>
              <a:buChar char="○"/>
              <a:defRPr sz="1000">
                <a:solidFill>
                  <a:schemeClr val="dk1"/>
                </a:solidFill>
              </a:defRPr>
            </a:lvl5pPr>
            <a:lvl6pPr indent="-292100" lvl="5" marL="2743200">
              <a:lnSpc>
                <a:spcPct val="100000"/>
              </a:lnSpc>
              <a:spcBef>
                <a:spcPts val="800"/>
              </a:spcBef>
              <a:spcAft>
                <a:spcPts val="0"/>
              </a:spcAft>
              <a:buClr>
                <a:schemeClr val="dk1"/>
              </a:buClr>
              <a:buSzPts val="1000"/>
              <a:buFont typeface="DM Sans"/>
              <a:buChar char="■"/>
              <a:defRPr sz="1000">
                <a:solidFill>
                  <a:schemeClr val="dk1"/>
                </a:solidFill>
              </a:defRPr>
            </a:lvl6pPr>
            <a:lvl7pPr indent="-292100" lvl="6" marL="3200400">
              <a:lnSpc>
                <a:spcPct val="100000"/>
              </a:lnSpc>
              <a:spcBef>
                <a:spcPts val="800"/>
              </a:spcBef>
              <a:spcAft>
                <a:spcPts val="0"/>
              </a:spcAft>
              <a:buClr>
                <a:schemeClr val="dk1"/>
              </a:buClr>
              <a:buSzPts val="1000"/>
              <a:buFont typeface="DM Sans"/>
              <a:buChar char="●"/>
              <a:defRPr sz="1000">
                <a:solidFill>
                  <a:schemeClr val="dk1"/>
                </a:solidFill>
              </a:defRPr>
            </a:lvl7pPr>
            <a:lvl8pPr indent="-292100" lvl="7" marL="3657600">
              <a:lnSpc>
                <a:spcPct val="100000"/>
              </a:lnSpc>
              <a:spcBef>
                <a:spcPts val="800"/>
              </a:spcBef>
              <a:spcAft>
                <a:spcPts val="0"/>
              </a:spcAft>
              <a:buClr>
                <a:schemeClr val="dk1"/>
              </a:buClr>
              <a:buSzPts val="1000"/>
              <a:buFont typeface="DM Sans"/>
              <a:buChar char="○"/>
              <a:defRPr sz="1000">
                <a:solidFill>
                  <a:schemeClr val="dk1"/>
                </a:solidFill>
              </a:defRPr>
            </a:lvl8pPr>
            <a:lvl9pPr indent="-292100" lvl="8" marL="4114800">
              <a:lnSpc>
                <a:spcPct val="100000"/>
              </a:lnSpc>
              <a:spcBef>
                <a:spcPts val="800"/>
              </a:spcBef>
              <a:spcAft>
                <a:spcPts val="800"/>
              </a:spcAft>
              <a:buClr>
                <a:schemeClr val="dk1"/>
              </a:buClr>
              <a:buSzPts val="1000"/>
              <a:buFont typeface="DM Sans"/>
              <a:buChar char="■"/>
              <a:defRPr sz="1000">
                <a:solidFill>
                  <a:schemeClr val="dk1"/>
                </a:solidFill>
              </a:defRPr>
            </a:lvl9pPr>
          </a:lstStyle>
          <a:p/>
        </p:txBody>
      </p:sp>
      <p:sp>
        <p:nvSpPr>
          <p:cNvPr id="120" name="Google Shape;120;p21"/>
          <p:cNvSpPr txBox="1"/>
          <p:nvPr>
            <p:ph idx="5" type="subTitle"/>
          </p:nvPr>
        </p:nvSpPr>
        <p:spPr>
          <a:xfrm>
            <a:off x="4889774" y="2169054"/>
            <a:ext cx="1645800" cy="4527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9pPr>
          </a:lstStyle>
          <a:p/>
        </p:txBody>
      </p:sp>
      <p:sp>
        <p:nvSpPr>
          <p:cNvPr id="121" name="Google Shape;121;p21"/>
          <p:cNvSpPr txBox="1"/>
          <p:nvPr>
            <p:ph idx="6" type="body"/>
          </p:nvPr>
        </p:nvSpPr>
        <p:spPr>
          <a:xfrm>
            <a:off x="7130875" y="2943375"/>
            <a:ext cx="1645800" cy="16080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122" name="Google Shape;122;p21"/>
          <p:cNvSpPr txBox="1"/>
          <p:nvPr>
            <p:ph idx="7" type="subTitle"/>
          </p:nvPr>
        </p:nvSpPr>
        <p:spPr>
          <a:xfrm>
            <a:off x="7130874" y="2169054"/>
            <a:ext cx="16458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600"/>
              <a:buFont typeface="DM Sans Light"/>
              <a:buNone/>
              <a:defRPr sz="1600">
                <a:latin typeface="DM Sans Light"/>
                <a:ea typeface="DM Sans Light"/>
                <a:cs typeface="DM Sans Light"/>
                <a:sym typeface="DM Sans Light"/>
              </a:defRPr>
            </a:lvl2pPr>
            <a:lvl3pPr lvl="2">
              <a:spcBef>
                <a:spcPts val="0"/>
              </a:spcBef>
              <a:spcAft>
                <a:spcPts val="0"/>
              </a:spcAft>
              <a:buSzPts val="1600"/>
              <a:buFont typeface="DM Sans Light"/>
              <a:buNone/>
              <a:defRPr sz="1600">
                <a:latin typeface="DM Sans Light"/>
                <a:ea typeface="DM Sans Light"/>
                <a:cs typeface="DM Sans Light"/>
                <a:sym typeface="DM Sans Light"/>
              </a:defRPr>
            </a:lvl3pPr>
            <a:lvl4pPr lvl="3">
              <a:spcBef>
                <a:spcPts val="0"/>
              </a:spcBef>
              <a:spcAft>
                <a:spcPts val="0"/>
              </a:spcAft>
              <a:buSzPts val="1600"/>
              <a:buFont typeface="DM Sans Light"/>
              <a:buNone/>
              <a:defRPr sz="1600">
                <a:latin typeface="DM Sans Light"/>
                <a:ea typeface="DM Sans Light"/>
                <a:cs typeface="DM Sans Light"/>
                <a:sym typeface="DM Sans Light"/>
              </a:defRPr>
            </a:lvl4pPr>
            <a:lvl5pPr lvl="4">
              <a:spcBef>
                <a:spcPts val="0"/>
              </a:spcBef>
              <a:spcAft>
                <a:spcPts val="0"/>
              </a:spcAft>
              <a:buSzPts val="1600"/>
              <a:buFont typeface="DM Sans Light"/>
              <a:buNone/>
              <a:defRPr sz="1600">
                <a:latin typeface="DM Sans Light"/>
                <a:ea typeface="DM Sans Light"/>
                <a:cs typeface="DM Sans Light"/>
                <a:sym typeface="DM Sans Light"/>
              </a:defRPr>
            </a:lvl5pPr>
            <a:lvl6pPr lvl="5">
              <a:spcBef>
                <a:spcPts val="0"/>
              </a:spcBef>
              <a:spcAft>
                <a:spcPts val="0"/>
              </a:spcAft>
              <a:buSzPts val="1600"/>
              <a:buFont typeface="DM Sans Light"/>
              <a:buNone/>
              <a:defRPr sz="1600">
                <a:latin typeface="DM Sans Light"/>
                <a:ea typeface="DM Sans Light"/>
                <a:cs typeface="DM Sans Light"/>
                <a:sym typeface="DM Sans Light"/>
              </a:defRPr>
            </a:lvl6pPr>
            <a:lvl7pPr lvl="6">
              <a:spcBef>
                <a:spcPts val="0"/>
              </a:spcBef>
              <a:spcAft>
                <a:spcPts val="0"/>
              </a:spcAft>
              <a:buSzPts val="1600"/>
              <a:buFont typeface="DM Sans Light"/>
              <a:buNone/>
              <a:defRPr sz="1600">
                <a:latin typeface="DM Sans Light"/>
                <a:ea typeface="DM Sans Light"/>
                <a:cs typeface="DM Sans Light"/>
                <a:sym typeface="DM Sans Light"/>
              </a:defRPr>
            </a:lvl7pPr>
            <a:lvl8pPr lvl="7">
              <a:spcBef>
                <a:spcPts val="0"/>
              </a:spcBef>
              <a:spcAft>
                <a:spcPts val="0"/>
              </a:spcAft>
              <a:buSzPts val="1600"/>
              <a:buFont typeface="DM Sans Light"/>
              <a:buNone/>
              <a:defRPr sz="1600">
                <a:latin typeface="DM Sans Light"/>
                <a:ea typeface="DM Sans Light"/>
                <a:cs typeface="DM Sans Light"/>
                <a:sym typeface="DM Sans Light"/>
              </a:defRPr>
            </a:lvl8pPr>
            <a:lvl9pPr lvl="8">
              <a:spcBef>
                <a:spcPts val="0"/>
              </a:spcBef>
              <a:spcAft>
                <a:spcPts val="0"/>
              </a:spcAft>
              <a:buSzPts val="1600"/>
              <a:buFont typeface="DM Sans Light"/>
              <a:buNone/>
              <a:defRPr sz="1600">
                <a:latin typeface="DM Sans Light"/>
                <a:ea typeface="DM Sans Light"/>
                <a:cs typeface="DM Sans Light"/>
                <a:sym typeface="DM Sans Light"/>
              </a:defRPr>
            </a:lvl9pPr>
          </a:lstStyle>
          <a:p/>
        </p:txBody>
      </p:sp>
      <p:sp>
        <p:nvSpPr>
          <p:cNvPr id="123" name="Google Shape;123;p21"/>
          <p:cNvSpPr txBox="1"/>
          <p:nvPr>
            <p:ph idx="8" type="body"/>
          </p:nvPr>
        </p:nvSpPr>
        <p:spPr>
          <a:xfrm>
            <a:off x="360525" y="2943375"/>
            <a:ext cx="1645800" cy="16080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124" name="Google Shape;124;p21"/>
          <p:cNvSpPr txBox="1"/>
          <p:nvPr>
            <p:ph idx="9" type="subTitle"/>
          </p:nvPr>
        </p:nvSpPr>
        <p:spPr>
          <a:xfrm>
            <a:off x="360533" y="2169054"/>
            <a:ext cx="1645800" cy="4527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400"/>
              <a:buNone/>
              <a:defRPr>
                <a:solidFill>
                  <a:schemeClr val="dk1"/>
                </a:solidFill>
              </a:defRPr>
            </a:lvl1pPr>
            <a:lvl2pPr lvl="1">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600"/>
              <a:buFont typeface="DM Sans Light"/>
              <a:buNone/>
              <a:defRPr sz="1600">
                <a:solidFill>
                  <a:schemeClr val="dk1"/>
                </a:solidFill>
                <a:latin typeface="DM Sans Light"/>
                <a:ea typeface="DM Sans Light"/>
                <a:cs typeface="DM Sans Light"/>
                <a:sym typeface="DM Sans Light"/>
              </a:defRPr>
            </a:lvl9pPr>
          </a:lstStyle>
          <a:p/>
        </p:txBody>
      </p:sp>
      <p:sp>
        <p:nvSpPr>
          <p:cNvPr id="125" name="Google Shape;125;p21"/>
          <p:cNvSpPr txBox="1"/>
          <p:nvPr>
            <p:ph idx="13" type="subTitle"/>
          </p:nvPr>
        </p:nvSpPr>
        <p:spPr>
          <a:xfrm>
            <a:off x="2490450" y="732775"/>
            <a:ext cx="4163100" cy="138600"/>
          </a:xfrm>
          <a:prstGeom prst="rect">
            <a:avLst/>
          </a:prstGeom>
        </p:spPr>
        <p:txBody>
          <a:bodyPr anchorCtr="0" anchor="b" bIns="0" lIns="0" spcFirstLastPara="1" rIns="0" wrap="square" tIns="0">
            <a:spAutoFit/>
          </a:bodyPr>
          <a:lstStyle>
            <a:lvl1pPr lvl="0" algn="ctr">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2pPr>
            <a:lvl3pPr lvl="2"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3pPr>
            <a:lvl4pPr lvl="3"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4pPr>
            <a:lvl5pPr lvl="4"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5pPr>
            <a:lvl6pPr lvl="5"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6pPr>
            <a:lvl7pPr lvl="6"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7pPr>
            <a:lvl8pPr lvl="7"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8pPr>
            <a:lvl9pPr lvl="8"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9pPr>
          </a:lstStyle>
          <a:p/>
        </p:txBody>
      </p:sp>
      <p:sp>
        <p:nvSpPr>
          <p:cNvPr id="126" name="Google Shape;126;p21"/>
          <p:cNvSpPr txBox="1"/>
          <p:nvPr>
            <p:ph type="title"/>
          </p:nvPr>
        </p:nvSpPr>
        <p:spPr>
          <a:xfrm>
            <a:off x="1938175" y="988550"/>
            <a:ext cx="5267700" cy="587700"/>
          </a:xfrm>
          <a:prstGeom prst="rect">
            <a:avLst/>
          </a:prstGeom>
        </p:spPr>
        <p:txBody>
          <a:bodyPr anchorCtr="0" anchor="t" bIns="0" lIns="0" spcFirstLastPara="1" rIns="0" wrap="square" tIns="0">
            <a:noAutofit/>
          </a:bodyPr>
          <a:lstStyle>
            <a:lvl1pPr lvl="0" algn="ctr">
              <a:spcBef>
                <a:spcPts val="0"/>
              </a:spcBef>
              <a:spcAft>
                <a:spcPts val="0"/>
              </a:spcAft>
              <a:buNone/>
              <a:defRPr sz="2200">
                <a:solidFill>
                  <a:schemeClr val="dk1"/>
                </a:solidFill>
              </a:defRPr>
            </a:lvl1pPr>
            <a:lvl2pPr lvl="1" algn="ctr">
              <a:spcBef>
                <a:spcPts val="0"/>
              </a:spcBef>
              <a:spcAft>
                <a:spcPts val="0"/>
              </a:spcAft>
              <a:buNone/>
              <a:defRPr sz="2200">
                <a:solidFill>
                  <a:schemeClr val="dk1"/>
                </a:solidFill>
              </a:defRPr>
            </a:lvl2pPr>
            <a:lvl3pPr lvl="2" algn="ctr">
              <a:spcBef>
                <a:spcPts val="0"/>
              </a:spcBef>
              <a:spcAft>
                <a:spcPts val="0"/>
              </a:spcAft>
              <a:buNone/>
              <a:defRPr sz="2200">
                <a:solidFill>
                  <a:schemeClr val="dk1"/>
                </a:solidFill>
              </a:defRPr>
            </a:lvl3pPr>
            <a:lvl4pPr lvl="3" algn="ctr">
              <a:spcBef>
                <a:spcPts val="0"/>
              </a:spcBef>
              <a:spcAft>
                <a:spcPts val="0"/>
              </a:spcAft>
              <a:buNone/>
              <a:defRPr sz="2200">
                <a:solidFill>
                  <a:schemeClr val="dk1"/>
                </a:solidFill>
              </a:defRPr>
            </a:lvl4pPr>
            <a:lvl5pPr lvl="4" algn="ctr">
              <a:spcBef>
                <a:spcPts val="0"/>
              </a:spcBef>
              <a:spcAft>
                <a:spcPts val="0"/>
              </a:spcAft>
              <a:buNone/>
              <a:defRPr sz="2200">
                <a:solidFill>
                  <a:schemeClr val="dk1"/>
                </a:solidFill>
              </a:defRPr>
            </a:lvl5pPr>
            <a:lvl6pPr lvl="5" algn="ctr">
              <a:spcBef>
                <a:spcPts val="0"/>
              </a:spcBef>
              <a:spcAft>
                <a:spcPts val="0"/>
              </a:spcAft>
              <a:buNone/>
              <a:defRPr sz="2200">
                <a:solidFill>
                  <a:schemeClr val="dk1"/>
                </a:solidFill>
              </a:defRPr>
            </a:lvl6pPr>
            <a:lvl7pPr lvl="6" algn="ctr">
              <a:spcBef>
                <a:spcPts val="0"/>
              </a:spcBef>
              <a:spcAft>
                <a:spcPts val="0"/>
              </a:spcAft>
              <a:buNone/>
              <a:defRPr sz="2200">
                <a:solidFill>
                  <a:schemeClr val="dk1"/>
                </a:solidFill>
              </a:defRPr>
            </a:lvl7pPr>
            <a:lvl8pPr lvl="7" algn="ctr">
              <a:spcBef>
                <a:spcPts val="0"/>
              </a:spcBef>
              <a:spcAft>
                <a:spcPts val="0"/>
              </a:spcAft>
              <a:buNone/>
              <a:defRPr sz="2200">
                <a:solidFill>
                  <a:schemeClr val="dk1"/>
                </a:solidFill>
              </a:defRPr>
            </a:lvl8pPr>
            <a:lvl9pPr lvl="8" algn="ctr">
              <a:spcBef>
                <a:spcPts val="0"/>
              </a:spcBef>
              <a:spcAft>
                <a:spcPts val="0"/>
              </a:spcAft>
              <a:buNone/>
              <a:defRPr sz="2200">
                <a:solidFill>
                  <a:schemeClr val="dk1"/>
                </a:solidFill>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ve big ideas">
  <p:cSld name="BLANK_1_1_1_1_1_1_1_1_1_1_1_1_1_1_1_3">
    <p:bg>
      <p:bgPr>
        <a:solidFill>
          <a:schemeClr val="accent2"/>
        </a:solidFill>
      </p:bgPr>
    </p:bg>
    <p:spTree>
      <p:nvGrpSpPr>
        <p:cNvPr id="127" name="Shape 127"/>
        <p:cNvGrpSpPr/>
        <p:nvPr/>
      </p:nvGrpSpPr>
      <p:grpSpPr>
        <a:xfrm>
          <a:off x="0" y="0"/>
          <a:ext cx="0" cy="0"/>
          <a:chOff x="0" y="0"/>
          <a:chExt cx="0" cy="0"/>
        </a:xfrm>
      </p:grpSpPr>
      <p:sp>
        <p:nvSpPr>
          <p:cNvPr id="128" name="Google Shape;128;p22"/>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29" name="Google Shape;129;p22"/>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2"/>
          <p:cNvSpPr txBox="1"/>
          <p:nvPr>
            <p:ph idx="2" type="body"/>
          </p:nvPr>
        </p:nvSpPr>
        <p:spPr>
          <a:xfrm>
            <a:off x="361975" y="3231275"/>
            <a:ext cx="1457400" cy="10776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SzPts val="1000"/>
              <a:buFont typeface="DM Sans Light"/>
              <a:buChar char="●"/>
              <a:defRPr sz="1000">
                <a:latin typeface="DM Sans Light"/>
                <a:ea typeface="DM Sans Light"/>
                <a:cs typeface="DM Sans Light"/>
                <a:sym typeface="DM Sans Light"/>
              </a:defRPr>
            </a:lvl1pPr>
            <a:lvl2pPr indent="-292100" lvl="1" marL="9144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2pPr>
            <a:lvl3pPr indent="-292100" lvl="2" marL="13716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3pPr>
            <a:lvl4pPr indent="-292100" lvl="3" marL="18288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4pPr>
            <a:lvl5pPr indent="-292100" lvl="4" marL="22860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5pPr>
            <a:lvl6pPr indent="-292100" lvl="5" marL="27432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6pPr>
            <a:lvl7pPr indent="-292100" lvl="6" marL="32004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7pPr>
            <a:lvl8pPr indent="-292100" lvl="7" marL="3657600">
              <a:lnSpc>
                <a:spcPct val="100000"/>
              </a:lnSpc>
              <a:spcBef>
                <a:spcPts val="800"/>
              </a:spcBef>
              <a:spcAft>
                <a:spcPts val="0"/>
              </a:spcAft>
              <a:buSzPts val="1000"/>
              <a:buFont typeface="DM Sans Light"/>
              <a:buChar char="○"/>
              <a:defRPr sz="1000">
                <a:latin typeface="DM Sans Light"/>
                <a:ea typeface="DM Sans Light"/>
                <a:cs typeface="DM Sans Light"/>
                <a:sym typeface="DM Sans Light"/>
              </a:defRPr>
            </a:lvl8pPr>
            <a:lvl9pPr indent="-292100" lvl="8" marL="4114800">
              <a:lnSpc>
                <a:spcPct val="100000"/>
              </a:lnSpc>
              <a:spcBef>
                <a:spcPts val="800"/>
              </a:spcBef>
              <a:spcAft>
                <a:spcPts val="800"/>
              </a:spcAft>
              <a:buSzPts val="1000"/>
              <a:buFont typeface="DM Sans Light"/>
              <a:buChar char="■"/>
              <a:defRPr sz="1000">
                <a:latin typeface="DM Sans Light"/>
                <a:ea typeface="DM Sans Light"/>
                <a:cs typeface="DM Sans Light"/>
                <a:sym typeface="DM Sans Light"/>
              </a:defRPr>
            </a:lvl9pPr>
          </a:lstStyle>
          <a:p/>
        </p:txBody>
      </p:sp>
      <p:sp>
        <p:nvSpPr>
          <p:cNvPr id="131" name="Google Shape;131;p22"/>
          <p:cNvSpPr txBox="1"/>
          <p:nvPr>
            <p:ph idx="3" type="subTitle"/>
          </p:nvPr>
        </p:nvSpPr>
        <p:spPr>
          <a:xfrm>
            <a:off x="361975" y="2556804"/>
            <a:ext cx="14574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Font typeface="DM Sans Light"/>
              <a:buNone/>
              <a:defRPr>
                <a:latin typeface="DM Sans Light"/>
                <a:ea typeface="DM Sans Light"/>
                <a:cs typeface="DM Sans Light"/>
                <a:sym typeface="DM Sans Light"/>
              </a:defRPr>
            </a:lvl2pPr>
            <a:lvl3pPr lvl="2">
              <a:spcBef>
                <a:spcPts val="0"/>
              </a:spcBef>
              <a:spcAft>
                <a:spcPts val="0"/>
              </a:spcAft>
              <a:buSzPts val="1400"/>
              <a:buFont typeface="DM Sans Light"/>
              <a:buNone/>
              <a:defRPr>
                <a:latin typeface="DM Sans Light"/>
                <a:ea typeface="DM Sans Light"/>
                <a:cs typeface="DM Sans Light"/>
                <a:sym typeface="DM Sans Light"/>
              </a:defRPr>
            </a:lvl3pPr>
            <a:lvl4pPr lvl="3">
              <a:spcBef>
                <a:spcPts val="0"/>
              </a:spcBef>
              <a:spcAft>
                <a:spcPts val="0"/>
              </a:spcAft>
              <a:buSzPts val="1400"/>
              <a:buFont typeface="DM Sans Light"/>
              <a:buNone/>
              <a:defRPr>
                <a:latin typeface="DM Sans Light"/>
                <a:ea typeface="DM Sans Light"/>
                <a:cs typeface="DM Sans Light"/>
                <a:sym typeface="DM Sans Light"/>
              </a:defRPr>
            </a:lvl4pPr>
            <a:lvl5pPr lvl="4">
              <a:spcBef>
                <a:spcPts val="0"/>
              </a:spcBef>
              <a:spcAft>
                <a:spcPts val="0"/>
              </a:spcAft>
              <a:buSzPts val="1400"/>
              <a:buFont typeface="DM Sans Light"/>
              <a:buNone/>
              <a:defRPr>
                <a:latin typeface="DM Sans Light"/>
                <a:ea typeface="DM Sans Light"/>
                <a:cs typeface="DM Sans Light"/>
                <a:sym typeface="DM Sans Light"/>
              </a:defRPr>
            </a:lvl5pPr>
            <a:lvl6pPr lvl="5">
              <a:spcBef>
                <a:spcPts val="0"/>
              </a:spcBef>
              <a:spcAft>
                <a:spcPts val="0"/>
              </a:spcAft>
              <a:buSzPts val="1400"/>
              <a:buFont typeface="DM Sans Light"/>
              <a:buNone/>
              <a:defRPr>
                <a:latin typeface="DM Sans Light"/>
                <a:ea typeface="DM Sans Light"/>
                <a:cs typeface="DM Sans Light"/>
                <a:sym typeface="DM Sans Light"/>
              </a:defRPr>
            </a:lvl6pPr>
            <a:lvl7pPr lvl="6">
              <a:spcBef>
                <a:spcPts val="0"/>
              </a:spcBef>
              <a:spcAft>
                <a:spcPts val="0"/>
              </a:spcAft>
              <a:buSzPts val="1400"/>
              <a:buFont typeface="DM Sans Light"/>
              <a:buNone/>
              <a:defRPr>
                <a:latin typeface="DM Sans Light"/>
                <a:ea typeface="DM Sans Light"/>
                <a:cs typeface="DM Sans Light"/>
                <a:sym typeface="DM Sans Light"/>
              </a:defRPr>
            </a:lvl7pPr>
            <a:lvl8pPr lvl="7">
              <a:spcBef>
                <a:spcPts val="0"/>
              </a:spcBef>
              <a:spcAft>
                <a:spcPts val="0"/>
              </a:spcAft>
              <a:buSzPts val="1400"/>
              <a:buFont typeface="DM Sans Light"/>
              <a:buNone/>
              <a:defRPr>
                <a:latin typeface="DM Sans Light"/>
                <a:ea typeface="DM Sans Light"/>
                <a:cs typeface="DM Sans Light"/>
                <a:sym typeface="DM Sans Light"/>
              </a:defRPr>
            </a:lvl8pPr>
            <a:lvl9pPr lvl="8">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132" name="Google Shape;132;p22"/>
          <p:cNvSpPr txBox="1"/>
          <p:nvPr>
            <p:ph idx="4" type="subTitle"/>
          </p:nvPr>
        </p:nvSpPr>
        <p:spPr>
          <a:xfrm>
            <a:off x="2490450" y="732775"/>
            <a:ext cx="4163100" cy="138600"/>
          </a:xfrm>
          <a:prstGeom prst="rect">
            <a:avLst/>
          </a:prstGeom>
        </p:spPr>
        <p:txBody>
          <a:bodyPr anchorCtr="0" anchor="b" bIns="0" lIns="0" spcFirstLastPara="1" rIns="0" wrap="square" tIns="0">
            <a:spAutoFit/>
          </a:bodyPr>
          <a:lstStyle>
            <a:lvl1pPr lvl="0" algn="ctr">
              <a:spcBef>
                <a:spcPts val="0"/>
              </a:spcBef>
              <a:spcAft>
                <a:spcPts val="0"/>
              </a:spcAft>
              <a:buSzPts val="1000"/>
              <a:buFont typeface="DM Sans Light"/>
              <a:buNone/>
              <a:defRPr sz="1000">
                <a:latin typeface="DM Sans Light"/>
                <a:ea typeface="DM Sans Light"/>
                <a:cs typeface="DM Sans Light"/>
                <a:sym typeface="DM Sans Light"/>
              </a:defRPr>
            </a:lvl1pPr>
            <a:lvl2pPr lvl="1" algn="ctr">
              <a:spcBef>
                <a:spcPts val="0"/>
              </a:spcBef>
              <a:spcAft>
                <a:spcPts val="0"/>
              </a:spcAft>
              <a:buSzPts val="1400"/>
              <a:buFont typeface="DM Sans Light"/>
              <a:buNone/>
              <a:defRPr>
                <a:latin typeface="DM Sans Light"/>
                <a:ea typeface="DM Sans Light"/>
                <a:cs typeface="DM Sans Light"/>
                <a:sym typeface="DM Sans Light"/>
              </a:defRPr>
            </a:lvl2pPr>
            <a:lvl3pPr lvl="2" algn="ctr">
              <a:spcBef>
                <a:spcPts val="0"/>
              </a:spcBef>
              <a:spcAft>
                <a:spcPts val="0"/>
              </a:spcAft>
              <a:buSzPts val="1400"/>
              <a:buFont typeface="DM Sans Light"/>
              <a:buNone/>
              <a:defRPr>
                <a:latin typeface="DM Sans Light"/>
                <a:ea typeface="DM Sans Light"/>
                <a:cs typeface="DM Sans Light"/>
                <a:sym typeface="DM Sans Light"/>
              </a:defRPr>
            </a:lvl3pPr>
            <a:lvl4pPr lvl="3" algn="ctr">
              <a:spcBef>
                <a:spcPts val="0"/>
              </a:spcBef>
              <a:spcAft>
                <a:spcPts val="0"/>
              </a:spcAft>
              <a:buSzPts val="1400"/>
              <a:buFont typeface="DM Sans Light"/>
              <a:buNone/>
              <a:defRPr>
                <a:latin typeface="DM Sans Light"/>
                <a:ea typeface="DM Sans Light"/>
                <a:cs typeface="DM Sans Light"/>
                <a:sym typeface="DM Sans Light"/>
              </a:defRPr>
            </a:lvl4pPr>
            <a:lvl5pPr lvl="4" algn="ctr">
              <a:spcBef>
                <a:spcPts val="0"/>
              </a:spcBef>
              <a:spcAft>
                <a:spcPts val="0"/>
              </a:spcAft>
              <a:buSzPts val="1400"/>
              <a:buFont typeface="DM Sans Light"/>
              <a:buNone/>
              <a:defRPr>
                <a:latin typeface="DM Sans Light"/>
                <a:ea typeface="DM Sans Light"/>
                <a:cs typeface="DM Sans Light"/>
                <a:sym typeface="DM Sans Light"/>
              </a:defRPr>
            </a:lvl5pPr>
            <a:lvl6pPr lvl="5" algn="ctr">
              <a:spcBef>
                <a:spcPts val="0"/>
              </a:spcBef>
              <a:spcAft>
                <a:spcPts val="0"/>
              </a:spcAft>
              <a:buSzPts val="1400"/>
              <a:buFont typeface="DM Sans Light"/>
              <a:buNone/>
              <a:defRPr>
                <a:latin typeface="DM Sans Light"/>
                <a:ea typeface="DM Sans Light"/>
                <a:cs typeface="DM Sans Light"/>
                <a:sym typeface="DM Sans Light"/>
              </a:defRPr>
            </a:lvl6pPr>
            <a:lvl7pPr lvl="6" algn="ctr">
              <a:spcBef>
                <a:spcPts val="0"/>
              </a:spcBef>
              <a:spcAft>
                <a:spcPts val="0"/>
              </a:spcAft>
              <a:buSzPts val="1400"/>
              <a:buFont typeface="DM Sans Light"/>
              <a:buNone/>
              <a:defRPr>
                <a:latin typeface="DM Sans Light"/>
                <a:ea typeface="DM Sans Light"/>
                <a:cs typeface="DM Sans Light"/>
                <a:sym typeface="DM Sans Light"/>
              </a:defRPr>
            </a:lvl7pPr>
            <a:lvl8pPr lvl="7" algn="ctr">
              <a:spcBef>
                <a:spcPts val="0"/>
              </a:spcBef>
              <a:spcAft>
                <a:spcPts val="0"/>
              </a:spcAft>
              <a:buSzPts val="1400"/>
              <a:buFont typeface="DM Sans Light"/>
              <a:buNone/>
              <a:defRPr>
                <a:latin typeface="DM Sans Light"/>
                <a:ea typeface="DM Sans Light"/>
                <a:cs typeface="DM Sans Light"/>
                <a:sym typeface="DM Sans Light"/>
              </a:defRPr>
            </a:lvl8pPr>
            <a:lvl9pPr lvl="8" algn="ctr">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133" name="Google Shape;133;p22"/>
          <p:cNvSpPr txBox="1"/>
          <p:nvPr>
            <p:ph type="title"/>
          </p:nvPr>
        </p:nvSpPr>
        <p:spPr>
          <a:xfrm>
            <a:off x="1938175" y="988550"/>
            <a:ext cx="5267700" cy="587700"/>
          </a:xfrm>
          <a:prstGeom prst="rect">
            <a:avLst/>
          </a:prstGeom>
        </p:spPr>
        <p:txBody>
          <a:bodyPr anchorCtr="0" anchor="t" bIns="0" lIns="0" spcFirstLastPara="1" rIns="0" wrap="square" tIns="0">
            <a:noAutofit/>
          </a:bodyPr>
          <a:lstStyle>
            <a:lvl1pPr lvl="0" algn="ctr">
              <a:spcBef>
                <a:spcPts val="0"/>
              </a:spcBef>
              <a:spcAft>
                <a:spcPts val="0"/>
              </a:spcAft>
              <a:buNone/>
              <a:defRPr sz="2200"/>
            </a:lvl1pPr>
            <a:lvl2pPr lvl="1" algn="ctr">
              <a:spcBef>
                <a:spcPts val="0"/>
              </a:spcBef>
              <a:spcAft>
                <a:spcPts val="0"/>
              </a:spcAft>
              <a:buNone/>
              <a:defRPr sz="2200"/>
            </a:lvl2pPr>
            <a:lvl3pPr lvl="2" algn="ctr">
              <a:spcBef>
                <a:spcPts val="0"/>
              </a:spcBef>
              <a:spcAft>
                <a:spcPts val="0"/>
              </a:spcAft>
              <a:buNone/>
              <a:defRPr sz="2200"/>
            </a:lvl3pPr>
            <a:lvl4pPr lvl="3" algn="ctr">
              <a:spcBef>
                <a:spcPts val="0"/>
              </a:spcBef>
              <a:spcAft>
                <a:spcPts val="0"/>
              </a:spcAft>
              <a:buNone/>
              <a:defRPr sz="2200"/>
            </a:lvl4pPr>
            <a:lvl5pPr lvl="4" algn="ctr">
              <a:spcBef>
                <a:spcPts val="0"/>
              </a:spcBef>
              <a:spcAft>
                <a:spcPts val="0"/>
              </a:spcAft>
              <a:buNone/>
              <a:defRPr sz="2200"/>
            </a:lvl5pPr>
            <a:lvl6pPr lvl="5" algn="ctr">
              <a:spcBef>
                <a:spcPts val="0"/>
              </a:spcBef>
              <a:spcAft>
                <a:spcPts val="0"/>
              </a:spcAft>
              <a:buNone/>
              <a:defRPr sz="2200"/>
            </a:lvl6pPr>
            <a:lvl7pPr lvl="6" algn="ctr">
              <a:spcBef>
                <a:spcPts val="0"/>
              </a:spcBef>
              <a:spcAft>
                <a:spcPts val="0"/>
              </a:spcAft>
              <a:buNone/>
              <a:defRPr sz="2200"/>
            </a:lvl7pPr>
            <a:lvl8pPr lvl="7" algn="ctr">
              <a:spcBef>
                <a:spcPts val="0"/>
              </a:spcBef>
              <a:spcAft>
                <a:spcPts val="0"/>
              </a:spcAft>
              <a:buNone/>
              <a:defRPr sz="2200"/>
            </a:lvl8pPr>
            <a:lvl9pPr lvl="8" algn="ctr">
              <a:spcBef>
                <a:spcPts val="0"/>
              </a:spcBef>
              <a:spcAft>
                <a:spcPts val="0"/>
              </a:spcAft>
              <a:buNone/>
              <a:defRPr sz="2200"/>
            </a:lvl9pPr>
          </a:lstStyle>
          <a:p/>
        </p:txBody>
      </p:sp>
      <p:sp>
        <p:nvSpPr>
          <p:cNvPr id="134" name="Google Shape;134;p22"/>
          <p:cNvSpPr txBox="1"/>
          <p:nvPr>
            <p:ph idx="5" type="subTitle"/>
          </p:nvPr>
        </p:nvSpPr>
        <p:spPr>
          <a:xfrm>
            <a:off x="7319275" y="2556804"/>
            <a:ext cx="14574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Font typeface="DM Sans Light"/>
              <a:buNone/>
              <a:defRPr>
                <a:latin typeface="DM Sans Light"/>
                <a:ea typeface="DM Sans Light"/>
                <a:cs typeface="DM Sans Light"/>
                <a:sym typeface="DM Sans Light"/>
              </a:defRPr>
            </a:lvl2pPr>
            <a:lvl3pPr lvl="2">
              <a:spcBef>
                <a:spcPts val="0"/>
              </a:spcBef>
              <a:spcAft>
                <a:spcPts val="0"/>
              </a:spcAft>
              <a:buSzPts val="1400"/>
              <a:buFont typeface="DM Sans Light"/>
              <a:buNone/>
              <a:defRPr>
                <a:latin typeface="DM Sans Light"/>
                <a:ea typeface="DM Sans Light"/>
                <a:cs typeface="DM Sans Light"/>
                <a:sym typeface="DM Sans Light"/>
              </a:defRPr>
            </a:lvl3pPr>
            <a:lvl4pPr lvl="3">
              <a:spcBef>
                <a:spcPts val="0"/>
              </a:spcBef>
              <a:spcAft>
                <a:spcPts val="0"/>
              </a:spcAft>
              <a:buSzPts val="1400"/>
              <a:buFont typeface="DM Sans Light"/>
              <a:buNone/>
              <a:defRPr>
                <a:latin typeface="DM Sans Light"/>
                <a:ea typeface="DM Sans Light"/>
                <a:cs typeface="DM Sans Light"/>
                <a:sym typeface="DM Sans Light"/>
              </a:defRPr>
            </a:lvl4pPr>
            <a:lvl5pPr lvl="4">
              <a:spcBef>
                <a:spcPts val="0"/>
              </a:spcBef>
              <a:spcAft>
                <a:spcPts val="0"/>
              </a:spcAft>
              <a:buSzPts val="1400"/>
              <a:buFont typeface="DM Sans Light"/>
              <a:buNone/>
              <a:defRPr>
                <a:latin typeface="DM Sans Light"/>
                <a:ea typeface="DM Sans Light"/>
                <a:cs typeface="DM Sans Light"/>
                <a:sym typeface="DM Sans Light"/>
              </a:defRPr>
            </a:lvl5pPr>
            <a:lvl6pPr lvl="5">
              <a:spcBef>
                <a:spcPts val="0"/>
              </a:spcBef>
              <a:spcAft>
                <a:spcPts val="0"/>
              </a:spcAft>
              <a:buSzPts val="1400"/>
              <a:buFont typeface="DM Sans Light"/>
              <a:buNone/>
              <a:defRPr>
                <a:latin typeface="DM Sans Light"/>
                <a:ea typeface="DM Sans Light"/>
                <a:cs typeface="DM Sans Light"/>
                <a:sym typeface="DM Sans Light"/>
              </a:defRPr>
            </a:lvl6pPr>
            <a:lvl7pPr lvl="6">
              <a:spcBef>
                <a:spcPts val="0"/>
              </a:spcBef>
              <a:spcAft>
                <a:spcPts val="0"/>
              </a:spcAft>
              <a:buSzPts val="1400"/>
              <a:buFont typeface="DM Sans Light"/>
              <a:buNone/>
              <a:defRPr>
                <a:latin typeface="DM Sans Light"/>
                <a:ea typeface="DM Sans Light"/>
                <a:cs typeface="DM Sans Light"/>
                <a:sym typeface="DM Sans Light"/>
              </a:defRPr>
            </a:lvl7pPr>
            <a:lvl8pPr lvl="7">
              <a:spcBef>
                <a:spcPts val="0"/>
              </a:spcBef>
              <a:spcAft>
                <a:spcPts val="0"/>
              </a:spcAft>
              <a:buSzPts val="1400"/>
              <a:buFont typeface="DM Sans Light"/>
              <a:buNone/>
              <a:defRPr>
                <a:latin typeface="DM Sans Light"/>
                <a:ea typeface="DM Sans Light"/>
                <a:cs typeface="DM Sans Light"/>
                <a:sym typeface="DM Sans Light"/>
              </a:defRPr>
            </a:lvl8pPr>
            <a:lvl9pPr lvl="8">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135" name="Google Shape;135;p22"/>
          <p:cNvSpPr txBox="1"/>
          <p:nvPr>
            <p:ph idx="6" type="body"/>
          </p:nvPr>
        </p:nvSpPr>
        <p:spPr>
          <a:xfrm>
            <a:off x="2101300" y="3231275"/>
            <a:ext cx="1457400" cy="10776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136" name="Google Shape;136;p22"/>
          <p:cNvSpPr txBox="1"/>
          <p:nvPr>
            <p:ph idx="7" type="body"/>
          </p:nvPr>
        </p:nvSpPr>
        <p:spPr>
          <a:xfrm>
            <a:off x="3840625" y="3231275"/>
            <a:ext cx="1457400" cy="10776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137" name="Google Shape;137;p22"/>
          <p:cNvSpPr txBox="1"/>
          <p:nvPr>
            <p:ph idx="8" type="body"/>
          </p:nvPr>
        </p:nvSpPr>
        <p:spPr>
          <a:xfrm>
            <a:off x="5579950" y="3231275"/>
            <a:ext cx="1457400" cy="10776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138" name="Google Shape;138;p22"/>
          <p:cNvSpPr txBox="1"/>
          <p:nvPr>
            <p:ph idx="9" type="subTitle"/>
          </p:nvPr>
        </p:nvSpPr>
        <p:spPr>
          <a:xfrm>
            <a:off x="2101300" y="2556804"/>
            <a:ext cx="14574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Font typeface="DM Sans Light"/>
              <a:buNone/>
              <a:defRPr>
                <a:latin typeface="DM Sans Light"/>
                <a:ea typeface="DM Sans Light"/>
                <a:cs typeface="DM Sans Light"/>
                <a:sym typeface="DM Sans Light"/>
              </a:defRPr>
            </a:lvl2pPr>
            <a:lvl3pPr lvl="2">
              <a:spcBef>
                <a:spcPts val="0"/>
              </a:spcBef>
              <a:spcAft>
                <a:spcPts val="0"/>
              </a:spcAft>
              <a:buSzPts val="1400"/>
              <a:buFont typeface="DM Sans Light"/>
              <a:buNone/>
              <a:defRPr>
                <a:latin typeface="DM Sans Light"/>
                <a:ea typeface="DM Sans Light"/>
                <a:cs typeface="DM Sans Light"/>
                <a:sym typeface="DM Sans Light"/>
              </a:defRPr>
            </a:lvl3pPr>
            <a:lvl4pPr lvl="3">
              <a:spcBef>
                <a:spcPts val="0"/>
              </a:spcBef>
              <a:spcAft>
                <a:spcPts val="0"/>
              </a:spcAft>
              <a:buSzPts val="1400"/>
              <a:buFont typeface="DM Sans Light"/>
              <a:buNone/>
              <a:defRPr>
                <a:latin typeface="DM Sans Light"/>
                <a:ea typeface="DM Sans Light"/>
                <a:cs typeface="DM Sans Light"/>
                <a:sym typeface="DM Sans Light"/>
              </a:defRPr>
            </a:lvl4pPr>
            <a:lvl5pPr lvl="4">
              <a:spcBef>
                <a:spcPts val="0"/>
              </a:spcBef>
              <a:spcAft>
                <a:spcPts val="0"/>
              </a:spcAft>
              <a:buSzPts val="1400"/>
              <a:buFont typeface="DM Sans Light"/>
              <a:buNone/>
              <a:defRPr>
                <a:latin typeface="DM Sans Light"/>
                <a:ea typeface="DM Sans Light"/>
                <a:cs typeface="DM Sans Light"/>
                <a:sym typeface="DM Sans Light"/>
              </a:defRPr>
            </a:lvl5pPr>
            <a:lvl6pPr lvl="5">
              <a:spcBef>
                <a:spcPts val="0"/>
              </a:spcBef>
              <a:spcAft>
                <a:spcPts val="0"/>
              </a:spcAft>
              <a:buSzPts val="1400"/>
              <a:buFont typeface="DM Sans Light"/>
              <a:buNone/>
              <a:defRPr>
                <a:latin typeface="DM Sans Light"/>
                <a:ea typeface="DM Sans Light"/>
                <a:cs typeface="DM Sans Light"/>
                <a:sym typeface="DM Sans Light"/>
              </a:defRPr>
            </a:lvl6pPr>
            <a:lvl7pPr lvl="6">
              <a:spcBef>
                <a:spcPts val="0"/>
              </a:spcBef>
              <a:spcAft>
                <a:spcPts val="0"/>
              </a:spcAft>
              <a:buSzPts val="1400"/>
              <a:buFont typeface="DM Sans Light"/>
              <a:buNone/>
              <a:defRPr>
                <a:latin typeface="DM Sans Light"/>
                <a:ea typeface="DM Sans Light"/>
                <a:cs typeface="DM Sans Light"/>
                <a:sym typeface="DM Sans Light"/>
              </a:defRPr>
            </a:lvl7pPr>
            <a:lvl8pPr lvl="7">
              <a:spcBef>
                <a:spcPts val="0"/>
              </a:spcBef>
              <a:spcAft>
                <a:spcPts val="0"/>
              </a:spcAft>
              <a:buSzPts val="1400"/>
              <a:buFont typeface="DM Sans Light"/>
              <a:buNone/>
              <a:defRPr>
                <a:latin typeface="DM Sans Light"/>
                <a:ea typeface="DM Sans Light"/>
                <a:cs typeface="DM Sans Light"/>
                <a:sym typeface="DM Sans Light"/>
              </a:defRPr>
            </a:lvl8pPr>
            <a:lvl9pPr lvl="8">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139" name="Google Shape;139;p22"/>
          <p:cNvSpPr txBox="1"/>
          <p:nvPr>
            <p:ph idx="13" type="subTitle"/>
          </p:nvPr>
        </p:nvSpPr>
        <p:spPr>
          <a:xfrm>
            <a:off x="3840625" y="2556804"/>
            <a:ext cx="14574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Font typeface="DM Sans Light"/>
              <a:buNone/>
              <a:defRPr>
                <a:latin typeface="DM Sans Light"/>
                <a:ea typeface="DM Sans Light"/>
                <a:cs typeface="DM Sans Light"/>
                <a:sym typeface="DM Sans Light"/>
              </a:defRPr>
            </a:lvl2pPr>
            <a:lvl3pPr lvl="2">
              <a:spcBef>
                <a:spcPts val="0"/>
              </a:spcBef>
              <a:spcAft>
                <a:spcPts val="0"/>
              </a:spcAft>
              <a:buSzPts val="1400"/>
              <a:buFont typeface="DM Sans Light"/>
              <a:buNone/>
              <a:defRPr>
                <a:latin typeface="DM Sans Light"/>
                <a:ea typeface="DM Sans Light"/>
                <a:cs typeface="DM Sans Light"/>
                <a:sym typeface="DM Sans Light"/>
              </a:defRPr>
            </a:lvl3pPr>
            <a:lvl4pPr lvl="3">
              <a:spcBef>
                <a:spcPts val="0"/>
              </a:spcBef>
              <a:spcAft>
                <a:spcPts val="0"/>
              </a:spcAft>
              <a:buSzPts val="1400"/>
              <a:buFont typeface="DM Sans Light"/>
              <a:buNone/>
              <a:defRPr>
                <a:latin typeface="DM Sans Light"/>
                <a:ea typeface="DM Sans Light"/>
                <a:cs typeface="DM Sans Light"/>
                <a:sym typeface="DM Sans Light"/>
              </a:defRPr>
            </a:lvl4pPr>
            <a:lvl5pPr lvl="4">
              <a:spcBef>
                <a:spcPts val="0"/>
              </a:spcBef>
              <a:spcAft>
                <a:spcPts val="0"/>
              </a:spcAft>
              <a:buSzPts val="1400"/>
              <a:buFont typeface="DM Sans Light"/>
              <a:buNone/>
              <a:defRPr>
                <a:latin typeface="DM Sans Light"/>
                <a:ea typeface="DM Sans Light"/>
                <a:cs typeface="DM Sans Light"/>
                <a:sym typeface="DM Sans Light"/>
              </a:defRPr>
            </a:lvl5pPr>
            <a:lvl6pPr lvl="5">
              <a:spcBef>
                <a:spcPts val="0"/>
              </a:spcBef>
              <a:spcAft>
                <a:spcPts val="0"/>
              </a:spcAft>
              <a:buSzPts val="1400"/>
              <a:buFont typeface="DM Sans Light"/>
              <a:buNone/>
              <a:defRPr>
                <a:latin typeface="DM Sans Light"/>
                <a:ea typeface="DM Sans Light"/>
                <a:cs typeface="DM Sans Light"/>
                <a:sym typeface="DM Sans Light"/>
              </a:defRPr>
            </a:lvl6pPr>
            <a:lvl7pPr lvl="6">
              <a:spcBef>
                <a:spcPts val="0"/>
              </a:spcBef>
              <a:spcAft>
                <a:spcPts val="0"/>
              </a:spcAft>
              <a:buSzPts val="1400"/>
              <a:buFont typeface="DM Sans Light"/>
              <a:buNone/>
              <a:defRPr>
                <a:latin typeface="DM Sans Light"/>
                <a:ea typeface="DM Sans Light"/>
                <a:cs typeface="DM Sans Light"/>
                <a:sym typeface="DM Sans Light"/>
              </a:defRPr>
            </a:lvl7pPr>
            <a:lvl8pPr lvl="7">
              <a:spcBef>
                <a:spcPts val="0"/>
              </a:spcBef>
              <a:spcAft>
                <a:spcPts val="0"/>
              </a:spcAft>
              <a:buSzPts val="1400"/>
              <a:buFont typeface="DM Sans Light"/>
              <a:buNone/>
              <a:defRPr>
                <a:latin typeface="DM Sans Light"/>
                <a:ea typeface="DM Sans Light"/>
                <a:cs typeface="DM Sans Light"/>
                <a:sym typeface="DM Sans Light"/>
              </a:defRPr>
            </a:lvl8pPr>
            <a:lvl9pPr lvl="8">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140" name="Google Shape;140;p22"/>
          <p:cNvSpPr txBox="1"/>
          <p:nvPr>
            <p:ph idx="14" type="subTitle"/>
          </p:nvPr>
        </p:nvSpPr>
        <p:spPr>
          <a:xfrm>
            <a:off x="5579950" y="2556804"/>
            <a:ext cx="1457400" cy="452700"/>
          </a:xfrm>
          <a:prstGeom prst="rect">
            <a:avLst/>
          </a:prstGeom>
        </p:spPr>
        <p:txBody>
          <a:bodyPr anchorCtr="0" anchor="t"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1400"/>
              <a:buFont typeface="DM Sans Light"/>
              <a:buNone/>
              <a:defRPr>
                <a:latin typeface="DM Sans Light"/>
                <a:ea typeface="DM Sans Light"/>
                <a:cs typeface="DM Sans Light"/>
                <a:sym typeface="DM Sans Light"/>
              </a:defRPr>
            </a:lvl2pPr>
            <a:lvl3pPr lvl="2">
              <a:spcBef>
                <a:spcPts val="0"/>
              </a:spcBef>
              <a:spcAft>
                <a:spcPts val="0"/>
              </a:spcAft>
              <a:buSzPts val="1400"/>
              <a:buFont typeface="DM Sans Light"/>
              <a:buNone/>
              <a:defRPr>
                <a:latin typeface="DM Sans Light"/>
                <a:ea typeface="DM Sans Light"/>
                <a:cs typeface="DM Sans Light"/>
                <a:sym typeface="DM Sans Light"/>
              </a:defRPr>
            </a:lvl3pPr>
            <a:lvl4pPr lvl="3">
              <a:spcBef>
                <a:spcPts val="0"/>
              </a:spcBef>
              <a:spcAft>
                <a:spcPts val="0"/>
              </a:spcAft>
              <a:buSzPts val="1400"/>
              <a:buFont typeface="DM Sans Light"/>
              <a:buNone/>
              <a:defRPr>
                <a:latin typeface="DM Sans Light"/>
                <a:ea typeface="DM Sans Light"/>
                <a:cs typeface="DM Sans Light"/>
                <a:sym typeface="DM Sans Light"/>
              </a:defRPr>
            </a:lvl4pPr>
            <a:lvl5pPr lvl="4">
              <a:spcBef>
                <a:spcPts val="0"/>
              </a:spcBef>
              <a:spcAft>
                <a:spcPts val="0"/>
              </a:spcAft>
              <a:buSzPts val="1400"/>
              <a:buFont typeface="DM Sans Light"/>
              <a:buNone/>
              <a:defRPr>
                <a:latin typeface="DM Sans Light"/>
                <a:ea typeface="DM Sans Light"/>
                <a:cs typeface="DM Sans Light"/>
                <a:sym typeface="DM Sans Light"/>
              </a:defRPr>
            </a:lvl5pPr>
            <a:lvl6pPr lvl="5">
              <a:spcBef>
                <a:spcPts val="0"/>
              </a:spcBef>
              <a:spcAft>
                <a:spcPts val="0"/>
              </a:spcAft>
              <a:buSzPts val="1400"/>
              <a:buFont typeface="DM Sans Light"/>
              <a:buNone/>
              <a:defRPr>
                <a:latin typeface="DM Sans Light"/>
                <a:ea typeface="DM Sans Light"/>
                <a:cs typeface="DM Sans Light"/>
                <a:sym typeface="DM Sans Light"/>
              </a:defRPr>
            </a:lvl6pPr>
            <a:lvl7pPr lvl="6">
              <a:spcBef>
                <a:spcPts val="0"/>
              </a:spcBef>
              <a:spcAft>
                <a:spcPts val="0"/>
              </a:spcAft>
              <a:buSzPts val="1400"/>
              <a:buFont typeface="DM Sans Light"/>
              <a:buNone/>
              <a:defRPr>
                <a:latin typeface="DM Sans Light"/>
                <a:ea typeface="DM Sans Light"/>
                <a:cs typeface="DM Sans Light"/>
                <a:sym typeface="DM Sans Light"/>
              </a:defRPr>
            </a:lvl7pPr>
            <a:lvl8pPr lvl="7">
              <a:spcBef>
                <a:spcPts val="0"/>
              </a:spcBef>
              <a:spcAft>
                <a:spcPts val="0"/>
              </a:spcAft>
              <a:buSzPts val="1400"/>
              <a:buFont typeface="DM Sans Light"/>
              <a:buNone/>
              <a:defRPr>
                <a:latin typeface="DM Sans Light"/>
                <a:ea typeface="DM Sans Light"/>
                <a:cs typeface="DM Sans Light"/>
                <a:sym typeface="DM Sans Light"/>
              </a:defRPr>
            </a:lvl8pPr>
            <a:lvl9pPr lvl="8">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141" name="Google Shape;141;p22"/>
          <p:cNvSpPr txBox="1"/>
          <p:nvPr>
            <p:ph idx="15" type="body"/>
          </p:nvPr>
        </p:nvSpPr>
        <p:spPr>
          <a:xfrm>
            <a:off x="7319275" y="3231275"/>
            <a:ext cx="1457400" cy="10776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1">
  <p:cSld name="BLANK_1_1_1_1_1_1_1_1_1_1_1_1_1_1_1_2">
    <p:bg>
      <p:bgPr>
        <a:solidFill>
          <a:schemeClr val="lt1"/>
        </a:solidFill>
      </p:bgPr>
    </p:bg>
    <p:spTree>
      <p:nvGrpSpPr>
        <p:cNvPr id="142" name="Shape 142"/>
        <p:cNvGrpSpPr/>
        <p:nvPr/>
      </p:nvGrpSpPr>
      <p:grpSpPr>
        <a:xfrm>
          <a:off x="0" y="0"/>
          <a:ext cx="0" cy="0"/>
          <a:chOff x="0" y="0"/>
          <a:chExt cx="0" cy="0"/>
        </a:xfrm>
      </p:grpSpPr>
      <p:sp>
        <p:nvSpPr>
          <p:cNvPr id="143" name="Google Shape;143;p23"/>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44" name="Google Shape;144;p23"/>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145" name="Google Shape;145;p23"/>
          <p:cNvSpPr txBox="1"/>
          <p:nvPr>
            <p:ph idx="2" type="body"/>
          </p:nvPr>
        </p:nvSpPr>
        <p:spPr>
          <a:xfrm>
            <a:off x="7130875" y="3628800"/>
            <a:ext cx="1645800" cy="680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
        <p:nvSpPr>
          <p:cNvPr id="146" name="Google Shape;146;p23"/>
          <p:cNvSpPr txBox="1"/>
          <p:nvPr>
            <p:ph idx="3" type="subTitle"/>
          </p:nvPr>
        </p:nvSpPr>
        <p:spPr>
          <a:xfrm>
            <a:off x="7130875" y="2586820"/>
            <a:ext cx="1645800" cy="152400"/>
          </a:xfrm>
          <a:prstGeom prst="rect">
            <a:avLst/>
          </a:prstGeom>
        </p:spPr>
        <p:txBody>
          <a:bodyPr anchorCtr="0" anchor="b" bIns="0" lIns="0" spcFirstLastPara="1" rIns="0" wrap="square" tIns="0">
            <a:noAutofit/>
          </a:bodyPr>
          <a:lstStyle>
            <a:lvl1pPr lvl="0">
              <a:spcBef>
                <a:spcPts val="0"/>
              </a:spcBef>
              <a:spcAft>
                <a:spcPts val="0"/>
              </a:spcAft>
              <a:buClr>
                <a:schemeClr val="dk1"/>
              </a:buClr>
              <a:buSzPts val="1100"/>
              <a:buFont typeface="Newsreader SemiBold"/>
              <a:buNone/>
              <a:defRPr sz="1100">
                <a:solidFill>
                  <a:schemeClr val="dk1"/>
                </a:solidFill>
                <a:latin typeface="Newsreader SemiBold"/>
                <a:ea typeface="Newsreader SemiBold"/>
                <a:cs typeface="Newsreader SemiBold"/>
                <a:sym typeface="Newsreader SemiBold"/>
              </a:defRPr>
            </a:lvl1pPr>
            <a:lvl2pPr lvl="1">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9pPr>
          </a:lstStyle>
          <a:p/>
        </p:txBody>
      </p:sp>
      <p:sp>
        <p:nvSpPr>
          <p:cNvPr id="147" name="Google Shape;147;p23"/>
          <p:cNvSpPr txBox="1"/>
          <p:nvPr>
            <p:ph idx="4" type="subTitle"/>
          </p:nvPr>
        </p:nvSpPr>
        <p:spPr>
          <a:xfrm>
            <a:off x="7130875" y="2791120"/>
            <a:ext cx="1645800" cy="152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9pPr>
          </a:lstStyle>
          <a:p/>
        </p:txBody>
      </p:sp>
      <p:sp>
        <p:nvSpPr>
          <p:cNvPr id="148" name="Google Shape;148;p23"/>
          <p:cNvSpPr txBox="1"/>
          <p:nvPr>
            <p:ph idx="5" type="body"/>
          </p:nvPr>
        </p:nvSpPr>
        <p:spPr>
          <a:xfrm>
            <a:off x="4892138" y="3628800"/>
            <a:ext cx="1645800" cy="680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
        <p:nvSpPr>
          <p:cNvPr id="149" name="Google Shape;149;p23"/>
          <p:cNvSpPr txBox="1"/>
          <p:nvPr>
            <p:ph idx="6" type="subTitle"/>
          </p:nvPr>
        </p:nvSpPr>
        <p:spPr>
          <a:xfrm>
            <a:off x="4892138" y="2586820"/>
            <a:ext cx="1645800" cy="152400"/>
          </a:xfrm>
          <a:prstGeom prst="rect">
            <a:avLst/>
          </a:prstGeom>
        </p:spPr>
        <p:txBody>
          <a:bodyPr anchorCtr="0" anchor="b" bIns="0" lIns="0" spcFirstLastPara="1" rIns="0" wrap="square" tIns="0">
            <a:noAutofit/>
          </a:bodyPr>
          <a:lstStyle>
            <a:lvl1pPr lvl="0">
              <a:spcBef>
                <a:spcPts val="0"/>
              </a:spcBef>
              <a:spcAft>
                <a:spcPts val="0"/>
              </a:spcAft>
              <a:buClr>
                <a:schemeClr val="dk1"/>
              </a:buClr>
              <a:buSzPts val="1100"/>
              <a:buFont typeface="Newsreader SemiBold"/>
              <a:buNone/>
              <a:defRPr sz="1100">
                <a:solidFill>
                  <a:schemeClr val="dk1"/>
                </a:solidFill>
                <a:latin typeface="Newsreader SemiBold"/>
                <a:ea typeface="Newsreader SemiBold"/>
                <a:cs typeface="Newsreader SemiBold"/>
                <a:sym typeface="Newsreader SemiBold"/>
              </a:defRPr>
            </a:lvl1pPr>
            <a:lvl2pPr lvl="1">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9pPr>
          </a:lstStyle>
          <a:p/>
        </p:txBody>
      </p:sp>
      <p:sp>
        <p:nvSpPr>
          <p:cNvPr id="150" name="Google Shape;150;p23"/>
          <p:cNvSpPr txBox="1"/>
          <p:nvPr>
            <p:ph idx="7" type="subTitle"/>
          </p:nvPr>
        </p:nvSpPr>
        <p:spPr>
          <a:xfrm>
            <a:off x="4892138" y="2791120"/>
            <a:ext cx="1645800" cy="152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9pPr>
          </a:lstStyle>
          <a:p/>
        </p:txBody>
      </p:sp>
      <p:sp>
        <p:nvSpPr>
          <p:cNvPr id="151" name="Google Shape;151;p23"/>
          <p:cNvSpPr txBox="1"/>
          <p:nvPr>
            <p:ph idx="8" type="body"/>
          </p:nvPr>
        </p:nvSpPr>
        <p:spPr>
          <a:xfrm>
            <a:off x="2607050" y="3628800"/>
            <a:ext cx="1645800" cy="6801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lnSpc>
                <a:spcPct val="100000"/>
              </a:lnSpc>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
        <p:nvSpPr>
          <p:cNvPr id="152" name="Google Shape;152;p23"/>
          <p:cNvSpPr txBox="1"/>
          <p:nvPr>
            <p:ph idx="9" type="subTitle"/>
          </p:nvPr>
        </p:nvSpPr>
        <p:spPr>
          <a:xfrm>
            <a:off x="2607050" y="2586820"/>
            <a:ext cx="1645800" cy="152400"/>
          </a:xfrm>
          <a:prstGeom prst="rect">
            <a:avLst/>
          </a:prstGeom>
        </p:spPr>
        <p:txBody>
          <a:bodyPr anchorCtr="0" anchor="b" bIns="0" lIns="0" spcFirstLastPara="1" rIns="0" wrap="square" tIns="0">
            <a:noAutofit/>
          </a:bodyPr>
          <a:lstStyle>
            <a:lvl1pPr lvl="0">
              <a:spcBef>
                <a:spcPts val="0"/>
              </a:spcBef>
              <a:spcAft>
                <a:spcPts val="0"/>
              </a:spcAft>
              <a:buClr>
                <a:schemeClr val="dk1"/>
              </a:buClr>
              <a:buSzPts val="1100"/>
              <a:buFont typeface="Newsreader SemiBold"/>
              <a:buNone/>
              <a:defRPr sz="1100">
                <a:solidFill>
                  <a:schemeClr val="dk1"/>
                </a:solidFill>
                <a:latin typeface="Newsreader SemiBold"/>
                <a:ea typeface="Newsreader SemiBold"/>
                <a:cs typeface="Newsreader SemiBold"/>
                <a:sym typeface="Newsreader SemiBold"/>
              </a:defRPr>
            </a:lvl1pPr>
            <a:lvl2pPr lvl="1">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9pPr>
          </a:lstStyle>
          <a:p/>
        </p:txBody>
      </p:sp>
      <p:sp>
        <p:nvSpPr>
          <p:cNvPr id="153" name="Google Shape;153;p23"/>
          <p:cNvSpPr txBox="1"/>
          <p:nvPr>
            <p:ph idx="13" type="subTitle"/>
          </p:nvPr>
        </p:nvSpPr>
        <p:spPr>
          <a:xfrm>
            <a:off x="2607050" y="2791120"/>
            <a:ext cx="1645800" cy="152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9pPr>
          </a:lstStyle>
          <a:p/>
        </p:txBody>
      </p:sp>
      <p:sp>
        <p:nvSpPr>
          <p:cNvPr id="154" name="Google Shape;154;p23"/>
          <p:cNvSpPr txBox="1"/>
          <p:nvPr>
            <p:ph idx="14" type="body"/>
          </p:nvPr>
        </p:nvSpPr>
        <p:spPr>
          <a:xfrm>
            <a:off x="361975" y="3628800"/>
            <a:ext cx="1645800" cy="6801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
        <p:nvSpPr>
          <p:cNvPr id="155" name="Google Shape;155;p23"/>
          <p:cNvSpPr txBox="1"/>
          <p:nvPr>
            <p:ph idx="15" type="subTitle"/>
          </p:nvPr>
        </p:nvSpPr>
        <p:spPr>
          <a:xfrm>
            <a:off x="361975" y="2586820"/>
            <a:ext cx="1645800" cy="152400"/>
          </a:xfrm>
          <a:prstGeom prst="rect">
            <a:avLst/>
          </a:prstGeom>
        </p:spPr>
        <p:txBody>
          <a:bodyPr anchorCtr="0" anchor="b" bIns="0" lIns="0" spcFirstLastPara="1" rIns="0" wrap="square" tIns="0">
            <a:noAutofit/>
          </a:bodyPr>
          <a:lstStyle>
            <a:lvl1pPr lvl="0">
              <a:spcBef>
                <a:spcPts val="0"/>
              </a:spcBef>
              <a:spcAft>
                <a:spcPts val="0"/>
              </a:spcAft>
              <a:buClr>
                <a:schemeClr val="dk1"/>
              </a:buClr>
              <a:buSzPts val="1100"/>
              <a:buFont typeface="Newsreader SemiBold"/>
              <a:buNone/>
              <a:defRPr sz="1100">
                <a:solidFill>
                  <a:schemeClr val="dk1"/>
                </a:solidFill>
                <a:latin typeface="Newsreader SemiBold"/>
                <a:ea typeface="Newsreader SemiBold"/>
                <a:cs typeface="Newsreader SemiBold"/>
                <a:sym typeface="Newsreader SemiBold"/>
              </a:defRPr>
            </a:lvl1pPr>
            <a:lvl2pPr lvl="1">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100"/>
              <a:buFont typeface="DM Sans Light"/>
              <a:buNone/>
              <a:defRPr sz="1100">
                <a:solidFill>
                  <a:schemeClr val="dk1"/>
                </a:solidFill>
                <a:latin typeface="DM Sans Light"/>
                <a:ea typeface="DM Sans Light"/>
                <a:cs typeface="DM Sans Light"/>
                <a:sym typeface="DM Sans Light"/>
              </a:defRPr>
            </a:lvl9pPr>
          </a:lstStyle>
          <a:p/>
        </p:txBody>
      </p:sp>
      <p:sp>
        <p:nvSpPr>
          <p:cNvPr id="156" name="Google Shape;156;p23"/>
          <p:cNvSpPr txBox="1"/>
          <p:nvPr>
            <p:ph idx="16" type="subTitle"/>
          </p:nvPr>
        </p:nvSpPr>
        <p:spPr>
          <a:xfrm>
            <a:off x="361975" y="2791120"/>
            <a:ext cx="1645800" cy="152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9pPr>
          </a:lstStyle>
          <a:p/>
        </p:txBody>
      </p:sp>
      <p:sp>
        <p:nvSpPr>
          <p:cNvPr id="157" name="Google Shape;157;p23"/>
          <p:cNvSpPr txBox="1"/>
          <p:nvPr>
            <p:ph idx="17" type="subTitle"/>
          </p:nvPr>
        </p:nvSpPr>
        <p:spPr>
          <a:xfrm>
            <a:off x="2490450" y="732775"/>
            <a:ext cx="4163100" cy="138600"/>
          </a:xfrm>
          <a:prstGeom prst="rect">
            <a:avLst/>
          </a:prstGeom>
        </p:spPr>
        <p:txBody>
          <a:bodyPr anchorCtr="0" anchor="b" bIns="0" lIns="0" spcFirstLastPara="1" rIns="0" wrap="square" tIns="0">
            <a:spAutoFit/>
          </a:bodyPr>
          <a:lstStyle>
            <a:lvl1pPr lvl="0" algn="ctr">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2pPr>
            <a:lvl3pPr lvl="2"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3pPr>
            <a:lvl4pPr lvl="3"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4pPr>
            <a:lvl5pPr lvl="4"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5pPr>
            <a:lvl6pPr lvl="5"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6pPr>
            <a:lvl7pPr lvl="6"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7pPr>
            <a:lvl8pPr lvl="7"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8pPr>
            <a:lvl9pPr lvl="8" algn="ctr">
              <a:spcBef>
                <a:spcPts val="0"/>
              </a:spcBef>
              <a:spcAft>
                <a:spcPts val="0"/>
              </a:spcAft>
              <a:buClr>
                <a:schemeClr val="dk1"/>
              </a:buClr>
              <a:buSzPts val="1400"/>
              <a:buFont typeface="DM Sans Light"/>
              <a:buNone/>
              <a:defRPr>
                <a:solidFill>
                  <a:schemeClr val="dk1"/>
                </a:solidFill>
                <a:latin typeface="DM Sans Light"/>
                <a:ea typeface="DM Sans Light"/>
                <a:cs typeface="DM Sans Light"/>
                <a:sym typeface="DM Sans Light"/>
              </a:defRPr>
            </a:lvl9pPr>
          </a:lstStyle>
          <a:p/>
        </p:txBody>
      </p:sp>
      <p:sp>
        <p:nvSpPr>
          <p:cNvPr id="158" name="Google Shape;158;p23"/>
          <p:cNvSpPr txBox="1"/>
          <p:nvPr>
            <p:ph type="title"/>
          </p:nvPr>
        </p:nvSpPr>
        <p:spPr>
          <a:xfrm>
            <a:off x="1406600" y="988557"/>
            <a:ext cx="6330900" cy="587700"/>
          </a:xfrm>
          <a:prstGeom prst="rect">
            <a:avLst/>
          </a:prstGeom>
        </p:spPr>
        <p:txBody>
          <a:bodyPr anchorCtr="0" anchor="t" bIns="0" lIns="0" spcFirstLastPara="1" rIns="0" wrap="square" tIns="0">
            <a:noAutofit/>
          </a:bodyPr>
          <a:lstStyle>
            <a:lvl1pPr lvl="0" algn="ctr">
              <a:lnSpc>
                <a:spcPct val="90000"/>
              </a:lnSpc>
              <a:spcBef>
                <a:spcPts val="0"/>
              </a:spcBef>
              <a:spcAft>
                <a:spcPts val="0"/>
              </a:spcAft>
              <a:buNone/>
              <a:defRPr sz="2200">
                <a:solidFill>
                  <a:schemeClr val="dk1"/>
                </a:solidFill>
              </a:defRPr>
            </a:lvl1pPr>
            <a:lvl2pPr lvl="1" algn="ctr">
              <a:lnSpc>
                <a:spcPct val="90000"/>
              </a:lnSpc>
              <a:spcBef>
                <a:spcPts val="0"/>
              </a:spcBef>
              <a:spcAft>
                <a:spcPts val="0"/>
              </a:spcAft>
              <a:buNone/>
              <a:defRPr sz="2200">
                <a:solidFill>
                  <a:schemeClr val="dk1"/>
                </a:solidFill>
              </a:defRPr>
            </a:lvl2pPr>
            <a:lvl3pPr lvl="2" algn="ctr">
              <a:lnSpc>
                <a:spcPct val="90000"/>
              </a:lnSpc>
              <a:spcBef>
                <a:spcPts val="0"/>
              </a:spcBef>
              <a:spcAft>
                <a:spcPts val="0"/>
              </a:spcAft>
              <a:buNone/>
              <a:defRPr sz="2200">
                <a:solidFill>
                  <a:schemeClr val="dk1"/>
                </a:solidFill>
              </a:defRPr>
            </a:lvl3pPr>
            <a:lvl4pPr lvl="3" algn="ctr">
              <a:lnSpc>
                <a:spcPct val="90000"/>
              </a:lnSpc>
              <a:spcBef>
                <a:spcPts val="0"/>
              </a:spcBef>
              <a:spcAft>
                <a:spcPts val="0"/>
              </a:spcAft>
              <a:buNone/>
              <a:defRPr sz="2200">
                <a:solidFill>
                  <a:schemeClr val="dk1"/>
                </a:solidFill>
              </a:defRPr>
            </a:lvl4pPr>
            <a:lvl5pPr lvl="4" algn="ctr">
              <a:lnSpc>
                <a:spcPct val="90000"/>
              </a:lnSpc>
              <a:spcBef>
                <a:spcPts val="0"/>
              </a:spcBef>
              <a:spcAft>
                <a:spcPts val="0"/>
              </a:spcAft>
              <a:buNone/>
              <a:defRPr sz="2200">
                <a:solidFill>
                  <a:schemeClr val="dk1"/>
                </a:solidFill>
              </a:defRPr>
            </a:lvl5pPr>
            <a:lvl6pPr lvl="5" algn="ctr">
              <a:lnSpc>
                <a:spcPct val="90000"/>
              </a:lnSpc>
              <a:spcBef>
                <a:spcPts val="0"/>
              </a:spcBef>
              <a:spcAft>
                <a:spcPts val="0"/>
              </a:spcAft>
              <a:buNone/>
              <a:defRPr sz="2200">
                <a:solidFill>
                  <a:schemeClr val="dk1"/>
                </a:solidFill>
              </a:defRPr>
            </a:lvl6pPr>
            <a:lvl7pPr lvl="6" algn="ctr">
              <a:lnSpc>
                <a:spcPct val="90000"/>
              </a:lnSpc>
              <a:spcBef>
                <a:spcPts val="0"/>
              </a:spcBef>
              <a:spcAft>
                <a:spcPts val="0"/>
              </a:spcAft>
              <a:buNone/>
              <a:defRPr sz="2200">
                <a:solidFill>
                  <a:schemeClr val="dk1"/>
                </a:solidFill>
              </a:defRPr>
            </a:lvl7pPr>
            <a:lvl8pPr lvl="7" algn="ctr">
              <a:lnSpc>
                <a:spcPct val="90000"/>
              </a:lnSpc>
              <a:spcBef>
                <a:spcPts val="0"/>
              </a:spcBef>
              <a:spcAft>
                <a:spcPts val="0"/>
              </a:spcAft>
              <a:buNone/>
              <a:defRPr sz="2200">
                <a:solidFill>
                  <a:schemeClr val="dk1"/>
                </a:solidFill>
              </a:defRPr>
            </a:lvl8pPr>
            <a:lvl9pPr lvl="8" algn="ctr">
              <a:lnSpc>
                <a:spcPct val="90000"/>
              </a:lnSpc>
              <a:spcBef>
                <a:spcPts val="0"/>
              </a:spcBef>
              <a:spcAft>
                <a:spcPts val="0"/>
              </a:spcAft>
              <a:buNone/>
              <a:defRPr sz="2200">
                <a:solidFill>
                  <a:schemeClr val="dk1"/>
                </a:solidFill>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USTOM_7_1_1_1_1_1_1_1_1_1_1_1_1_1_1_1_1">
    <p:bg>
      <p:bgPr>
        <a:solidFill>
          <a:schemeClr val="lt1"/>
        </a:solidFill>
      </p:bgPr>
    </p:bg>
    <p:spTree>
      <p:nvGrpSpPr>
        <p:cNvPr id="159" name="Shape 159"/>
        <p:cNvGrpSpPr/>
        <p:nvPr/>
      </p:nvGrpSpPr>
      <p:grpSpPr>
        <a:xfrm>
          <a:off x="0" y="0"/>
          <a:ext cx="0" cy="0"/>
          <a:chOff x="0" y="0"/>
          <a:chExt cx="0" cy="0"/>
        </a:xfrm>
      </p:grpSpPr>
      <p:sp>
        <p:nvSpPr>
          <p:cNvPr id="160" name="Google Shape;160;p24"/>
          <p:cNvSpPr/>
          <p:nvPr>
            <p:ph idx="2" type="pic"/>
          </p:nvPr>
        </p:nvSpPr>
        <p:spPr>
          <a:xfrm>
            <a:off x="4587725" y="-8750"/>
            <a:ext cx="4572000" cy="5152200"/>
          </a:xfrm>
          <a:prstGeom prst="rect">
            <a:avLst/>
          </a:prstGeom>
          <a:noFill/>
          <a:ln>
            <a:noFill/>
          </a:ln>
        </p:spPr>
      </p:sp>
      <p:sp>
        <p:nvSpPr>
          <p:cNvPr id="161" name="Google Shape;161;p24"/>
          <p:cNvSpPr txBox="1"/>
          <p:nvPr>
            <p:ph type="title"/>
          </p:nvPr>
        </p:nvSpPr>
        <p:spPr>
          <a:xfrm>
            <a:off x="361975" y="923525"/>
            <a:ext cx="3860100" cy="587700"/>
          </a:xfrm>
          <a:prstGeom prst="rect">
            <a:avLst/>
          </a:prstGeom>
        </p:spPr>
        <p:txBody>
          <a:bodyPr anchorCtr="0" anchor="t" bIns="91425" lIns="91425" spcFirstLastPara="1" rIns="91425" wrap="square" tIns="91425">
            <a:noAutofit/>
          </a:bodyPr>
          <a:lstStyle>
            <a:lvl1pPr lvl="0" algn="ctr">
              <a:lnSpc>
                <a:spcPct val="80000"/>
              </a:lnSpc>
              <a:spcBef>
                <a:spcPts val="0"/>
              </a:spcBef>
              <a:spcAft>
                <a:spcPts val="0"/>
              </a:spcAft>
              <a:buNone/>
              <a:defRPr sz="4200">
                <a:solidFill>
                  <a:schemeClr val="dk1"/>
                </a:solidFill>
              </a:defRPr>
            </a:lvl1pPr>
            <a:lvl2pPr lvl="1" algn="ctr">
              <a:lnSpc>
                <a:spcPct val="115000"/>
              </a:lnSpc>
              <a:spcBef>
                <a:spcPts val="0"/>
              </a:spcBef>
              <a:spcAft>
                <a:spcPts val="0"/>
              </a:spcAft>
              <a:buNone/>
              <a:defRPr>
                <a:solidFill>
                  <a:schemeClr val="dk1"/>
                </a:solidFill>
              </a:defRPr>
            </a:lvl2pPr>
            <a:lvl3pPr lvl="2" algn="ctr">
              <a:lnSpc>
                <a:spcPct val="115000"/>
              </a:lnSpc>
              <a:spcBef>
                <a:spcPts val="0"/>
              </a:spcBef>
              <a:spcAft>
                <a:spcPts val="0"/>
              </a:spcAft>
              <a:buNone/>
              <a:defRPr>
                <a:solidFill>
                  <a:schemeClr val="dk1"/>
                </a:solidFill>
              </a:defRPr>
            </a:lvl3pPr>
            <a:lvl4pPr lvl="3" algn="ctr">
              <a:lnSpc>
                <a:spcPct val="115000"/>
              </a:lnSpc>
              <a:spcBef>
                <a:spcPts val="0"/>
              </a:spcBef>
              <a:spcAft>
                <a:spcPts val="0"/>
              </a:spcAft>
              <a:buNone/>
              <a:defRPr>
                <a:solidFill>
                  <a:schemeClr val="dk1"/>
                </a:solidFill>
              </a:defRPr>
            </a:lvl4pPr>
            <a:lvl5pPr lvl="4" algn="ctr">
              <a:lnSpc>
                <a:spcPct val="115000"/>
              </a:lnSpc>
              <a:spcBef>
                <a:spcPts val="0"/>
              </a:spcBef>
              <a:spcAft>
                <a:spcPts val="0"/>
              </a:spcAft>
              <a:buNone/>
              <a:defRPr>
                <a:solidFill>
                  <a:schemeClr val="dk1"/>
                </a:solidFill>
              </a:defRPr>
            </a:lvl5pPr>
            <a:lvl6pPr lvl="5" algn="ctr">
              <a:lnSpc>
                <a:spcPct val="115000"/>
              </a:lnSpc>
              <a:spcBef>
                <a:spcPts val="0"/>
              </a:spcBef>
              <a:spcAft>
                <a:spcPts val="0"/>
              </a:spcAft>
              <a:buNone/>
              <a:defRPr>
                <a:solidFill>
                  <a:schemeClr val="dk1"/>
                </a:solidFill>
              </a:defRPr>
            </a:lvl6pPr>
            <a:lvl7pPr lvl="6" algn="ctr">
              <a:lnSpc>
                <a:spcPct val="115000"/>
              </a:lnSpc>
              <a:spcBef>
                <a:spcPts val="0"/>
              </a:spcBef>
              <a:spcAft>
                <a:spcPts val="0"/>
              </a:spcAft>
              <a:buNone/>
              <a:defRPr>
                <a:solidFill>
                  <a:schemeClr val="dk1"/>
                </a:solidFill>
              </a:defRPr>
            </a:lvl7pPr>
            <a:lvl8pPr lvl="7" algn="ctr">
              <a:lnSpc>
                <a:spcPct val="115000"/>
              </a:lnSpc>
              <a:spcBef>
                <a:spcPts val="0"/>
              </a:spcBef>
              <a:spcAft>
                <a:spcPts val="0"/>
              </a:spcAft>
              <a:buNone/>
              <a:defRPr>
                <a:solidFill>
                  <a:schemeClr val="dk1"/>
                </a:solidFill>
              </a:defRPr>
            </a:lvl8pPr>
            <a:lvl9pPr lvl="8" algn="ctr">
              <a:lnSpc>
                <a:spcPct val="115000"/>
              </a:lnSpc>
              <a:spcBef>
                <a:spcPts val="0"/>
              </a:spcBef>
              <a:spcAft>
                <a:spcPts val="0"/>
              </a:spcAft>
              <a:buNone/>
              <a:defRPr>
                <a:solidFill>
                  <a:schemeClr val="dk1"/>
                </a:solidFill>
              </a:defRPr>
            </a:lvl9pPr>
          </a:lstStyle>
          <a:p/>
        </p:txBody>
      </p:sp>
      <p:sp>
        <p:nvSpPr>
          <p:cNvPr id="162" name="Google Shape;162;p24"/>
          <p:cNvSpPr txBox="1"/>
          <p:nvPr>
            <p:ph idx="1" type="subTitle"/>
          </p:nvPr>
        </p:nvSpPr>
        <p:spPr>
          <a:xfrm>
            <a:off x="361975" y="255533"/>
            <a:ext cx="3860100" cy="3774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400"/>
              <a:buFont typeface="Newsreader"/>
              <a:buNone/>
              <a:defRPr>
                <a:solidFill>
                  <a:schemeClr val="dk1"/>
                </a:solidFill>
              </a:defRPr>
            </a:lvl2pPr>
            <a:lvl3pPr lvl="2">
              <a:spcBef>
                <a:spcPts val="0"/>
              </a:spcBef>
              <a:spcAft>
                <a:spcPts val="0"/>
              </a:spcAft>
              <a:buClr>
                <a:schemeClr val="dk1"/>
              </a:buClr>
              <a:buSzPts val="1400"/>
              <a:buFont typeface="Newsreader"/>
              <a:buNone/>
              <a:defRPr>
                <a:solidFill>
                  <a:schemeClr val="dk1"/>
                </a:solidFill>
              </a:defRPr>
            </a:lvl3pPr>
            <a:lvl4pPr lvl="3">
              <a:spcBef>
                <a:spcPts val="0"/>
              </a:spcBef>
              <a:spcAft>
                <a:spcPts val="0"/>
              </a:spcAft>
              <a:buClr>
                <a:schemeClr val="dk1"/>
              </a:buClr>
              <a:buSzPts val="1400"/>
              <a:buFont typeface="Newsreader"/>
              <a:buNone/>
              <a:defRPr>
                <a:solidFill>
                  <a:schemeClr val="dk1"/>
                </a:solidFill>
              </a:defRPr>
            </a:lvl4pPr>
            <a:lvl5pPr lvl="4">
              <a:spcBef>
                <a:spcPts val="0"/>
              </a:spcBef>
              <a:spcAft>
                <a:spcPts val="0"/>
              </a:spcAft>
              <a:buClr>
                <a:schemeClr val="dk1"/>
              </a:buClr>
              <a:buSzPts val="1400"/>
              <a:buFont typeface="Newsreader"/>
              <a:buNone/>
              <a:defRPr>
                <a:solidFill>
                  <a:schemeClr val="dk1"/>
                </a:solidFill>
              </a:defRPr>
            </a:lvl5pPr>
            <a:lvl6pPr lvl="5">
              <a:spcBef>
                <a:spcPts val="0"/>
              </a:spcBef>
              <a:spcAft>
                <a:spcPts val="0"/>
              </a:spcAft>
              <a:buClr>
                <a:schemeClr val="dk1"/>
              </a:buClr>
              <a:buSzPts val="1400"/>
              <a:buFont typeface="Newsreader"/>
              <a:buNone/>
              <a:defRPr>
                <a:solidFill>
                  <a:schemeClr val="dk1"/>
                </a:solidFill>
              </a:defRPr>
            </a:lvl6pPr>
            <a:lvl7pPr lvl="6">
              <a:spcBef>
                <a:spcPts val="0"/>
              </a:spcBef>
              <a:spcAft>
                <a:spcPts val="0"/>
              </a:spcAft>
              <a:buClr>
                <a:schemeClr val="dk1"/>
              </a:buClr>
              <a:buSzPts val="1400"/>
              <a:buFont typeface="Newsreader"/>
              <a:buNone/>
              <a:defRPr>
                <a:solidFill>
                  <a:schemeClr val="dk1"/>
                </a:solidFill>
              </a:defRPr>
            </a:lvl7pPr>
            <a:lvl8pPr lvl="7">
              <a:spcBef>
                <a:spcPts val="0"/>
              </a:spcBef>
              <a:spcAft>
                <a:spcPts val="0"/>
              </a:spcAft>
              <a:buClr>
                <a:schemeClr val="dk1"/>
              </a:buClr>
              <a:buSzPts val="1400"/>
              <a:buFont typeface="Newsreader"/>
              <a:buNone/>
              <a:defRPr>
                <a:solidFill>
                  <a:schemeClr val="dk1"/>
                </a:solidFill>
              </a:defRPr>
            </a:lvl8pPr>
            <a:lvl9pPr lvl="8">
              <a:spcBef>
                <a:spcPts val="0"/>
              </a:spcBef>
              <a:spcAft>
                <a:spcPts val="0"/>
              </a:spcAft>
              <a:buClr>
                <a:schemeClr val="dk1"/>
              </a:buClr>
              <a:buSzPts val="1400"/>
              <a:buFont typeface="Newsreader"/>
              <a:buNone/>
              <a:defRPr>
                <a:solidFill>
                  <a:schemeClr val="dk1"/>
                </a:solidFill>
              </a:defRPr>
            </a:lvl9pPr>
          </a:lstStyle>
          <a:p/>
        </p:txBody>
      </p:sp>
      <p:sp>
        <p:nvSpPr>
          <p:cNvPr id="163" name="Google Shape;163;p24"/>
          <p:cNvSpPr txBox="1"/>
          <p:nvPr>
            <p:ph idx="3" type="body"/>
          </p:nvPr>
        </p:nvSpPr>
        <p:spPr>
          <a:xfrm>
            <a:off x="547575" y="3337797"/>
            <a:ext cx="3492600" cy="1327500"/>
          </a:xfrm>
          <a:prstGeom prst="rect">
            <a:avLst/>
          </a:prstGeom>
        </p:spPr>
        <p:txBody>
          <a:bodyPr anchorCtr="0" anchor="b" bIns="91425" lIns="91425" spcFirstLastPara="1" rIns="91425" wrap="square" tIns="91425">
            <a:noAutofit/>
          </a:bodyPr>
          <a:lstStyle>
            <a:lvl1pPr indent="-292100" lvl="0" marL="457200" algn="ctr">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lgn="ctr">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lgn="ctr">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er and Four steps">
  <p:cSld name="CUSTOM_7_1_1_1_1_1_1_1_1_1_1_1_1_1_1_1_1_1_2">
    <p:bg>
      <p:bgPr>
        <a:solidFill>
          <a:schemeClr val="lt1"/>
        </a:solidFill>
      </p:bgPr>
    </p:bg>
    <p:spTree>
      <p:nvGrpSpPr>
        <p:cNvPr id="164" name="Shape 164"/>
        <p:cNvGrpSpPr/>
        <p:nvPr/>
      </p:nvGrpSpPr>
      <p:grpSpPr>
        <a:xfrm>
          <a:off x="0" y="0"/>
          <a:ext cx="0" cy="0"/>
          <a:chOff x="0" y="0"/>
          <a:chExt cx="0" cy="0"/>
        </a:xfrm>
      </p:grpSpPr>
      <p:sp>
        <p:nvSpPr>
          <p:cNvPr id="165" name="Google Shape;165;p25"/>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66" name="Google Shape;166;p25"/>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167" name="Google Shape;167;p25"/>
          <p:cNvSpPr/>
          <p:nvPr/>
        </p:nvSpPr>
        <p:spPr>
          <a:xfrm>
            <a:off x="50" y="2785800"/>
            <a:ext cx="2294400" cy="23574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DM Sans"/>
              <a:ea typeface="DM Sans"/>
              <a:cs typeface="DM Sans"/>
              <a:sym typeface="DM Sans"/>
            </a:endParaRPr>
          </a:p>
        </p:txBody>
      </p:sp>
      <p:sp>
        <p:nvSpPr>
          <p:cNvPr id="168" name="Google Shape;168;p25"/>
          <p:cNvSpPr/>
          <p:nvPr/>
        </p:nvSpPr>
        <p:spPr>
          <a:xfrm>
            <a:off x="2286125" y="2068875"/>
            <a:ext cx="2294400" cy="3074700"/>
          </a:xfrm>
          <a:prstGeom prst="rect">
            <a:avLst/>
          </a:prstGeom>
          <a:solidFill>
            <a:schemeClr val="accent5"/>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DM Sans"/>
              <a:ea typeface="DM Sans"/>
              <a:cs typeface="DM Sans"/>
              <a:sym typeface="DM Sans"/>
            </a:endParaRPr>
          </a:p>
        </p:txBody>
      </p:sp>
      <p:sp>
        <p:nvSpPr>
          <p:cNvPr id="169" name="Google Shape;169;p25"/>
          <p:cNvSpPr/>
          <p:nvPr/>
        </p:nvSpPr>
        <p:spPr>
          <a:xfrm>
            <a:off x="4565475" y="1495326"/>
            <a:ext cx="2294400" cy="36483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DM Sans"/>
              <a:ea typeface="DM Sans"/>
              <a:cs typeface="DM Sans"/>
              <a:sym typeface="DM Sans"/>
            </a:endParaRPr>
          </a:p>
        </p:txBody>
      </p:sp>
      <p:sp>
        <p:nvSpPr>
          <p:cNvPr id="170" name="Google Shape;170;p25"/>
          <p:cNvSpPr/>
          <p:nvPr/>
        </p:nvSpPr>
        <p:spPr>
          <a:xfrm>
            <a:off x="6849550" y="732775"/>
            <a:ext cx="2294400" cy="44106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DM Sans"/>
              <a:ea typeface="DM Sans"/>
              <a:cs typeface="DM Sans"/>
              <a:sym typeface="DM Sans"/>
            </a:endParaRPr>
          </a:p>
        </p:txBody>
      </p:sp>
      <p:sp>
        <p:nvSpPr>
          <p:cNvPr id="171" name="Google Shape;171;p25"/>
          <p:cNvSpPr txBox="1"/>
          <p:nvPr/>
        </p:nvSpPr>
        <p:spPr>
          <a:xfrm>
            <a:off x="375350" y="4481351"/>
            <a:ext cx="675900" cy="152400"/>
          </a:xfrm>
          <a:prstGeom prst="rect">
            <a:avLst/>
          </a:prstGeom>
          <a:noFill/>
          <a:ln>
            <a:noFill/>
          </a:ln>
        </p:spPr>
        <p:txBody>
          <a:bodyPr anchorCtr="0" anchor="b" bIns="0" lIns="0" spcFirstLastPara="1" rIns="91425" wrap="square" tIns="0">
            <a:noAutofit/>
          </a:bodyPr>
          <a:lstStyle/>
          <a:p>
            <a:pPr indent="0" lvl="0" marL="0" rtl="0" algn="l">
              <a:lnSpc>
                <a:spcPct val="90000"/>
              </a:lnSpc>
              <a:spcBef>
                <a:spcPts val="0"/>
              </a:spcBef>
              <a:spcAft>
                <a:spcPts val="0"/>
              </a:spcAft>
              <a:buNone/>
            </a:pPr>
            <a:r>
              <a:rPr lang="en" sz="3000">
                <a:solidFill>
                  <a:schemeClr val="lt1"/>
                </a:solidFill>
                <a:latin typeface="Newsreader"/>
                <a:ea typeface="Newsreader"/>
                <a:cs typeface="Newsreader"/>
                <a:sym typeface="Newsreader"/>
              </a:rPr>
              <a:t>01</a:t>
            </a:r>
            <a:endParaRPr sz="3000">
              <a:solidFill>
                <a:schemeClr val="lt1"/>
              </a:solidFill>
              <a:latin typeface="Newsreader"/>
              <a:ea typeface="Newsreader"/>
              <a:cs typeface="Newsreader"/>
              <a:sym typeface="Newsreader"/>
            </a:endParaRPr>
          </a:p>
        </p:txBody>
      </p:sp>
      <p:sp>
        <p:nvSpPr>
          <p:cNvPr id="172" name="Google Shape;172;p25"/>
          <p:cNvSpPr txBox="1"/>
          <p:nvPr/>
        </p:nvSpPr>
        <p:spPr>
          <a:xfrm>
            <a:off x="2665113" y="4481351"/>
            <a:ext cx="675900" cy="152400"/>
          </a:xfrm>
          <a:prstGeom prst="rect">
            <a:avLst/>
          </a:prstGeom>
          <a:noFill/>
          <a:ln>
            <a:noFill/>
          </a:ln>
        </p:spPr>
        <p:txBody>
          <a:bodyPr anchorCtr="0" anchor="b" bIns="0" lIns="0" spcFirstLastPara="1" rIns="91425" wrap="square" tIns="0">
            <a:noAutofit/>
          </a:bodyPr>
          <a:lstStyle/>
          <a:p>
            <a:pPr indent="0" lvl="0" marL="0" rtl="0" algn="l">
              <a:lnSpc>
                <a:spcPct val="90000"/>
              </a:lnSpc>
              <a:spcBef>
                <a:spcPts val="0"/>
              </a:spcBef>
              <a:spcAft>
                <a:spcPts val="0"/>
              </a:spcAft>
              <a:buNone/>
            </a:pPr>
            <a:r>
              <a:rPr lang="en" sz="3000">
                <a:solidFill>
                  <a:schemeClr val="dk1"/>
                </a:solidFill>
                <a:latin typeface="Newsreader"/>
                <a:ea typeface="Newsreader"/>
                <a:cs typeface="Newsreader"/>
                <a:sym typeface="Newsreader"/>
              </a:rPr>
              <a:t>02</a:t>
            </a:r>
            <a:endParaRPr sz="3000">
              <a:solidFill>
                <a:schemeClr val="dk1"/>
              </a:solidFill>
              <a:latin typeface="Newsreader"/>
              <a:ea typeface="Newsreader"/>
              <a:cs typeface="Newsreader"/>
              <a:sym typeface="Newsreader"/>
            </a:endParaRPr>
          </a:p>
        </p:txBody>
      </p:sp>
      <p:sp>
        <p:nvSpPr>
          <p:cNvPr id="173" name="Google Shape;173;p25"/>
          <p:cNvSpPr txBox="1"/>
          <p:nvPr/>
        </p:nvSpPr>
        <p:spPr>
          <a:xfrm>
            <a:off x="4937688" y="4481351"/>
            <a:ext cx="675900" cy="152400"/>
          </a:xfrm>
          <a:prstGeom prst="rect">
            <a:avLst/>
          </a:prstGeom>
          <a:noFill/>
          <a:ln>
            <a:noFill/>
          </a:ln>
        </p:spPr>
        <p:txBody>
          <a:bodyPr anchorCtr="0" anchor="b" bIns="0" lIns="0" spcFirstLastPara="1" rIns="91425" wrap="square" tIns="0">
            <a:noAutofit/>
          </a:bodyPr>
          <a:lstStyle/>
          <a:p>
            <a:pPr indent="0" lvl="0" marL="0" rtl="0" algn="l">
              <a:lnSpc>
                <a:spcPct val="90000"/>
              </a:lnSpc>
              <a:spcBef>
                <a:spcPts val="0"/>
              </a:spcBef>
              <a:spcAft>
                <a:spcPts val="0"/>
              </a:spcAft>
              <a:buNone/>
            </a:pPr>
            <a:r>
              <a:rPr lang="en" sz="3000">
                <a:solidFill>
                  <a:schemeClr val="lt1"/>
                </a:solidFill>
                <a:latin typeface="Newsreader"/>
                <a:ea typeface="Newsreader"/>
                <a:cs typeface="Newsreader"/>
                <a:sym typeface="Newsreader"/>
              </a:rPr>
              <a:t>03</a:t>
            </a:r>
            <a:endParaRPr sz="3000">
              <a:solidFill>
                <a:schemeClr val="lt1"/>
              </a:solidFill>
              <a:latin typeface="Newsreader"/>
              <a:ea typeface="Newsreader"/>
              <a:cs typeface="Newsreader"/>
              <a:sym typeface="Newsreader"/>
            </a:endParaRPr>
          </a:p>
        </p:txBody>
      </p:sp>
      <p:sp>
        <p:nvSpPr>
          <p:cNvPr id="174" name="Google Shape;174;p25"/>
          <p:cNvSpPr txBox="1"/>
          <p:nvPr/>
        </p:nvSpPr>
        <p:spPr>
          <a:xfrm>
            <a:off x="7230513" y="4481351"/>
            <a:ext cx="675900" cy="152400"/>
          </a:xfrm>
          <a:prstGeom prst="rect">
            <a:avLst/>
          </a:prstGeom>
          <a:noFill/>
          <a:ln>
            <a:noFill/>
          </a:ln>
        </p:spPr>
        <p:txBody>
          <a:bodyPr anchorCtr="0" anchor="b" bIns="0" lIns="0" spcFirstLastPara="1" rIns="91425" wrap="square" tIns="0">
            <a:noAutofit/>
          </a:bodyPr>
          <a:lstStyle/>
          <a:p>
            <a:pPr indent="0" lvl="0" marL="0" rtl="0" algn="l">
              <a:lnSpc>
                <a:spcPct val="90000"/>
              </a:lnSpc>
              <a:spcBef>
                <a:spcPts val="0"/>
              </a:spcBef>
              <a:spcAft>
                <a:spcPts val="0"/>
              </a:spcAft>
              <a:buNone/>
            </a:pPr>
            <a:r>
              <a:rPr lang="en" sz="3000">
                <a:solidFill>
                  <a:schemeClr val="lt1"/>
                </a:solidFill>
                <a:latin typeface="Newsreader"/>
                <a:ea typeface="Newsreader"/>
                <a:cs typeface="Newsreader"/>
                <a:sym typeface="Newsreader"/>
              </a:rPr>
              <a:t>04</a:t>
            </a:r>
            <a:endParaRPr sz="3000">
              <a:solidFill>
                <a:schemeClr val="lt1"/>
              </a:solidFill>
              <a:latin typeface="Newsreader"/>
              <a:ea typeface="Newsreader"/>
              <a:cs typeface="Newsreader"/>
              <a:sym typeface="Newsreader"/>
            </a:endParaRPr>
          </a:p>
        </p:txBody>
      </p:sp>
      <p:sp>
        <p:nvSpPr>
          <p:cNvPr id="175" name="Google Shape;175;p25"/>
          <p:cNvSpPr txBox="1"/>
          <p:nvPr>
            <p:ph type="title"/>
          </p:nvPr>
        </p:nvSpPr>
        <p:spPr>
          <a:xfrm>
            <a:off x="361975" y="988782"/>
            <a:ext cx="3231600" cy="7605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2200"/>
              <a:buFont typeface="Newsreader"/>
              <a:buNone/>
              <a:defRPr sz="2200">
                <a:solidFill>
                  <a:schemeClr val="dk1"/>
                </a:solidFill>
              </a:defRPr>
            </a:lvl1pPr>
            <a:lvl2pPr lvl="1">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2pPr>
            <a:lvl3pPr lvl="2">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3pPr>
            <a:lvl4pPr lvl="3">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4pPr>
            <a:lvl5pPr lvl="4">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5pPr>
            <a:lvl6pPr lvl="5">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6pPr>
            <a:lvl7pPr lvl="6">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7pPr>
            <a:lvl8pPr lvl="7">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8pPr>
            <a:lvl9pPr lvl="8">
              <a:spcBef>
                <a:spcPts val="0"/>
              </a:spcBef>
              <a:spcAft>
                <a:spcPts val="0"/>
              </a:spcAft>
              <a:buClr>
                <a:schemeClr val="dk1"/>
              </a:buClr>
              <a:buSzPts val="2200"/>
              <a:buFont typeface="Newsreader"/>
              <a:buNone/>
              <a:defRPr sz="2200">
                <a:solidFill>
                  <a:schemeClr val="dk1"/>
                </a:solidFill>
                <a:latin typeface="Newsreader"/>
                <a:ea typeface="Newsreader"/>
                <a:cs typeface="Newsreader"/>
                <a:sym typeface="Newsreader"/>
              </a:defRPr>
            </a:lvl9pPr>
          </a:lstStyle>
          <a:p/>
        </p:txBody>
      </p:sp>
      <p:sp>
        <p:nvSpPr>
          <p:cNvPr id="176" name="Google Shape;176;p25"/>
          <p:cNvSpPr txBox="1"/>
          <p:nvPr>
            <p:ph idx="2" type="subTitle"/>
          </p:nvPr>
        </p:nvSpPr>
        <p:spPr>
          <a:xfrm>
            <a:off x="382691" y="3129231"/>
            <a:ext cx="1257300" cy="1524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7" name="Google Shape;177;p25"/>
          <p:cNvSpPr txBox="1"/>
          <p:nvPr>
            <p:ph idx="3" type="subTitle"/>
          </p:nvPr>
        </p:nvSpPr>
        <p:spPr>
          <a:xfrm>
            <a:off x="377048" y="3344302"/>
            <a:ext cx="1689600" cy="9690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000"/>
              <a:buFont typeface="DM Sans Light"/>
              <a:buNone/>
              <a:defRPr sz="1000">
                <a:latin typeface="DM Sans Light"/>
                <a:ea typeface="DM Sans Light"/>
                <a:cs typeface="DM Sans Light"/>
                <a:sym typeface="DM Sans Light"/>
              </a:defRPr>
            </a:lvl2pPr>
            <a:lvl3pPr lvl="2">
              <a:spcBef>
                <a:spcPts val="0"/>
              </a:spcBef>
              <a:spcAft>
                <a:spcPts val="0"/>
              </a:spcAft>
              <a:buSzPts val="1000"/>
              <a:buFont typeface="DM Sans Light"/>
              <a:buNone/>
              <a:defRPr sz="1000">
                <a:latin typeface="DM Sans Light"/>
                <a:ea typeface="DM Sans Light"/>
                <a:cs typeface="DM Sans Light"/>
                <a:sym typeface="DM Sans Light"/>
              </a:defRPr>
            </a:lvl3pPr>
            <a:lvl4pPr lvl="3">
              <a:spcBef>
                <a:spcPts val="0"/>
              </a:spcBef>
              <a:spcAft>
                <a:spcPts val="0"/>
              </a:spcAft>
              <a:buSzPts val="1000"/>
              <a:buFont typeface="DM Sans Light"/>
              <a:buNone/>
              <a:defRPr sz="1000">
                <a:latin typeface="DM Sans Light"/>
                <a:ea typeface="DM Sans Light"/>
                <a:cs typeface="DM Sans Light"/>
                <a:sym typeface="DM Sans Light"/>
              </a:defRPr>
            </a:lvl4pPr>
            <a:lvl5pPr lvl="4">
              <a:spcBef>
                <a:spcPts val="0"/>
              </a:spcBef>
              <a:spcAft>
                <a:spcPts val="0"/>
              </a:spcAft>
              <a:buSzPts val="1000"/>
              <a:buFont typeface="DM Sans Light"/>
              <a:buNone/>
              <a:defRPr sz="1000">
                <a:latin typeface="DM Sans Light"/>
                <a:ea typeface="DM Sans Light"/>
                <a:cs typeface="DM Sans Light"/>
                <a:sym typeface="DM Sans Light"/>
              </a:defRPr>
            </a:lvl5pPr>
            <a:lvl6pPr lvl="5">
              <a:spcBef>
                <a:spcPts val="0"/>
              </a:spcBef>
              <a:spcAft>
                <a:spcPts val="0"/>
              </a:spcAft>
              <a:buSzPts val="1000"/>
              <a:buFont typeface="DM Sans Light"/>
              <a:buNone/>
              <a:defRPr sz="1000">
                <a:latin typeface="DM Sans Light"/>
                <a:ea typeface="DM Sans Light"/>
                <a:cs typeface="DM Sans Light"/>
                <a:sym typeface="DM Sans Light"/>
              </a:defRPr>
            </a:lvl6pPr>
            <a:lvl7pPr lvl="6">
              <a:spcBef>
                <a:spcPts val="0"/>
              </a:spcBef>
              <a:spcAft>
                <a:spcPts val="0"/>
              </a:spcAft>
              <a:buSzPts val="1000"/>
              <a:buFont typeface="DM Sans Light"/>
              <a:buNone/>
              <a:defRPr sz="1000">
                <a:latin typeface="DM Sans Light"/>
                <a:ea typeface="DM Sans Light"/>
                <a:cs typeface="DM Sans Light"/>
                <a:sym typeface="DM Sans Light"/>
              </a:defRPr>
            </a:lvl7pPr>
            <a:lvl8pPr lvl="7">
              <a:spcBef>
                <a:spcPts val="0"/>
              </a:spcBef>
              <a:spcAft>
                <a:spcPts val="0"/>
              </a:spcAft>
              <a:buSzPts val="1000"/>
              <a:buFont typeface="DM Sans Light"/>
              <a:buNone/>
              <a:defRPr sz="1000">
                <a:latin typeface="DM Sans Light"/>
                <a:ea typeface="DM Sans Light"/>
                <a:cs typeface="DM Sans Light"/>
                <a:sym typeface="DM Sans Light"/>
              </a:defRPr>
            </a:lvl8pPr>
            <a:lvl9pPr lvl="8">
              <a:spcBef>
                <a:spcPts val="0"/>
              </a:spcBef>
              <a:spcAft>
                <a:spcPts val="0"/>
              </a:spcAft>
              <a:buSzPts val="1000"/>
              <a:buFont typeface="DM Sans Light"/>
              <a:buNone/>
              <a:defRPr sz="1000">
                <a:latin typeface="DM Sans Light"/>
                <a:ea typeface="DM Sans Light"/>
                <a:cs typeface="DM Sans Light"/>
                <a:sym typeface="DM Sans Light"/>
              </a:defRPr>
            </a:lvl9pPr>
          </a:lstStyle>
          <a:p/>
        </p:txBody>
      </p:sp>
      <p:sp>
        <p:nvSpPr>
          <p:cNvPr id="178" name="Google Shape;178;p25"/>
          <p:cNvSpPr txBox="1"/>
          <p:nvPr>
            <p:ph idx="4" type="subTitle"/>
          </p:nvPr>
        </p:nvSpPr>
        <p:spPr>
          <a:xfrm>
            <a:off x="2671462" y="2450249"/>
            <a:ext cx="1257300" cy="1524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179" name="Google Shape;179;p25"/>
          <p:cNvSpPr txBox="1"/>
          <p:nvPr>
            <p:ph idx="5" type="subTitle"/>
          </p:nvPr>
        </p:nvSpPr>
        <p:spPr>
          <a:xfrm>
            <a:off x="2665825" y="2665171"/>
            <a:ext cx="1689600" cy="14232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9pPr>
          </a:lstStyle>
          <a:p/>
        </p:txBody>
      </p:sp>
      <p:sp>
        <p:nvSpPr>
          <p:cNvPr id="180" name="Google Shape;180;p25"/>
          <p:cNvSpPr txBox="1"/>
          <p:nvPr>
            <p:ph idx="6" type="subTitle"/>
          </p:nvPr>
        </p:nvSpPr>
        <p:spPr>
          <a:xfrm>
            <a:off x="4943337" y="1884672"/>
            <a:ext cx="1257300" cy="1524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25"/>
          <p:cNvSpPr txBox="1"/>
          <p:nvPr>
            <p:ph idx="7" type="subTitle"/>
          </p:nvPr>
        </p:nvSpPr>
        <p:spPr>
          <a:xfrm>
            <a:off x="4937700" y="2099593"/>
            <a:ext cx="1689600" cy="16206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000"/>
              <a:buFont typeface="DM Sans Light"/>
              <a:buNone/>
              <a:defRPr sz="1000">
                <a:latin typeface="DM Sans Light"/>
                <a:ea typeface="DM Sans Light"/>
                <a:cs typeface="DM Sans Light"/>
                <a:sym typeface="DM Sans Light"/>
              </a:defRPr>
            </a:lvl2pPr>
            <a:lvl3pPr lvl="2">
              <a:spcBef>
                <a:spcPts val="0"/>
              </a:spcBef>
              <a:spcAft>
                <a:spcPts val="0"/>
              </a:spcAft>
              <a:buSzPts val="1000"/>
              <a:buFont typeface="DM Sans Light"/>
              <a:buNone/>
              <a:defRPr sz="1000">
                <a:latin typeface="DM Sans Light"/>
                <a:ea typeface="DM Sans Light"/>
                <a:cs typeface="DM Sans Light"/>
                <a:sym typeface="DM Sans Light"/>
              </a:defRPr>
            </a:lvl3pPr>
            <a:lvl4pPr lvl="3">
              <a:spcBef>
                <a:spcPts val="0"/>
              </a:spcBef>
              <a:spcAft>
                <a:spcPts val="0"/>
              </a:spcAft>
              <a:buSzPts val="1000"/>
              <a:buFont typeface="DM Sans Light"/>
              <a:buNone/>
              <a:defRPr sz="1000">
                <a:latin typeface="DM Sans Light"/>
                <a:ea typeface="DM Sans Light"/>
                <a:cs typeface="DM Sans Light"/>
                <a:sym typeface="DM Sans Light"/>
              </a:defRPr>
            </a:lvl4pPr>
            <a:lvl5pPr lvl="4">
              <a:spcBef>
                <a:spcPts val="0"/>
              </a:spcBef>
              <a:spcAft>
                <a:spcPts val="0"/>
              </a:spcAft>
              <a:buSzPts val="1000"/>
              <a:buFont typeface="DM Sans Light"/>
              <a:buNone/>
              <a:defRPr sz="1000">
                <a:latin typeface="DM Sans Light"/>
                <a:ea typeface="DM Sans Light"/>
                <a:cs typeface="DM Sans Light"/>
                <a:sym typeface="DM Sans Light"/>
              </a:defRPr>
            </a:lvl5pPr>
            <a:lvl6pPr lvl="5">
              <a:spcBef>
                <a:spcPts val="0"/>
              </a:spcBef>
              <a:spcAft>
                <a:spcPts val="0"/>
              </a:spcAft>
              <a:buSzPts val="1000"/>
              <a:buFont typeface="DM Sans Light"/>
              <a:buNone/>
              <a:defRPr sz="1000">
                <a:latin typeface="DM Sans Light"/>
                <a:ea typeface="DM Sans Light"/>
                <a:cs typeface="DM Sans Light"/>
                <a:sym typeface="DM Sans Light"/>
              </a:defRPr>
            </a:lvl6pPr>
            <a:lvl7pPr lvl="6">
              <a:spcBef>
                <a:spcPts val="0"/>
              </a:spcBef>
              <a:spcAft>
                <a:spcPts val="0"/>
              </a:spcAft>
              <a:buSzPts val="1000"/>
              <a:buFont typeface="DM Sans Light"/>
              <a:buNone/>
              <a:defRPr sz="1000">
                <a:latin typeface="DM Sans Light"/>
                <a:ea typeface="DM Sans Light"/>
                <a:cs typeface="DM Sans Light"/>
                <a:sym typeface="DM Sans Light"/>
              </a:defRPr>
            </a:lvl7pPr>
            <a:lvl8pPr lvl="7">
              <a:spcBef>
                <a:spcPts val="0"/>
              </a:spcBef>
              <a:spcAft>
                <a:spcPts val="0"/>
              </a:spcAft>
              <a:buSzPts val="1000"/>
              <a:buFont typeface="DM Sans Light"/>
              <a:buNone/>
              <a:defRPr sz="1000">
                <a:latin typeface="DM Sans Light"/>
                <a:ea typeface="DM Sans Light"/>
                <a:cs typeface="DM Sans Light"/>
                <a:sym typeface="DM Sans Light"/>
              </a:defRPr>
            </a:lvl8pPr>
            <a:lvl9pPr lvl="8">
              <a:spcBef>
                <a:spcPts val="0"/>
              </a:spcBef>
              <a:spcAft>
                <a:spcPts val="0"/>
              </a:spcAft>
              <a:buSzPts val="1000"/>
              <a:buFont typeface="DM Sans Light"/>
              <a:buNone/>
              <a:defRPr sz="1000">
                <a:latin typeface="DM Sans Light"/>
                <a:ea typeface="DM Sans Light"/>
                <a:cs typeface="DM Sans Light"/>
                <a:sym typeface="DM Sans Light"/>
              </a:defRPr>
            </a:lvl9pPr>
          </a:lstStyle>
          <a:p/>
        </p:txBody>
      </p:sp>
      <p:sp>
        <p:nvSpPr>
          <p:cNvPr id="182" name="Google Shape;182;p25"/>
          <p:cNvSpPr txBox="1"/>
          <p:nvPr>
            <p:ph idx="8" type="subTitle"/>
          </p:nvPr>
        </p:nvSpPr>
        <p:spPr>
          <a:xfrm>
            <a:off x="7238787" y="1057472"/>
            <a:ext cx="1257300" cy="1524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3" name="Google Shape;183;p25"/>
          <p:cNvSpPr txBox="1"/>
          <p:nvPr>
            <p:ph idx="9" type="subTitle"/>
          </p:nvPr>
        </p:nvSpPr>
        <p:spPr>
          <a:xfrm>
            <a:off x="7233150" y="1272358"/>
            <a:ext cx="1689600" cy="21960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000"/>
              <a:buFont typeface="DM Sans Light"/>
              <a:buNone/>
              <a:defRPr sz="1000">
                <a:latin typeface="DM Sans Light"/>
                <a:ea typeface="DM Sans Light"/>
                <a:cs typeface="DM Sans Light"/>
                <a:sym typeface="DM Sans Light"/>
              </a:defRPr>
            </a:lvl2pPr>
            <a:lvl3pPr lvl="2">
              <a:spcBef>
                <a:spcPts val="0"/>
              </a:spcBef>
              <a:spcAft>
                <a:spcPts val="0"/>
              </a:spcAft>
              <a:buSzPts val="1000"/>
              <a:buFont typeface="DM Sans Light"/>
              <a:buNone/>
              <a:defRPr sz="1000">
                <a:latin typeface="DM Sans Light"/>
                <a:ea typeface="DM Sans Light"/>
                <a:cs typeface="DM Sans Light"/>
                <a:sym typeface="DM Sans Light"/>
              </a:defRPr>
            </a:lvl3pPr>
            <a:lvl4pPr lvl="3">
              <a:spcBef>
                <a:spcPts val="0"/>
              </a:spcBef>
              <a:spcAft>
                <a:spcPts val="0"/>
              </a:spcAft>
              <a:buSzPts val="1000"/>
              <a:buFont typeface="DM Sans Light"/>
              <a:buNone/>
              <a:defRPr sz="1000">
                <a:latin typeface="DM Sans Light"/>
                <a:ea typeface="DM Sans Light"/>
                <a:cs typeface="DM Sans Light"/>
                <a:sym typeface="DM Sans Light"/>
              </a:defRPr>
            </a:lvl4pPr>
            <a:lvl5pPr lvl="4">
              <a:spcBef>
                <a:spcPts val="0"/>
              </a:spcBef>
              <a:spcAft>
                <a:spcPts val="0"/>
              </a:spcAft>
              <a:buSzPts val="1000"/>
              <a:buFont typeface="DM Sans Light"/>
              <a:buNone/>
              <a:defRPr sz="1000">
                <a:latin typeface="DM Sans Light"/>
                <a:ea typeface="DM Sans Light"/>
                <a:cs typeface="DM Sans Light"/>
                <a:sym typeface="DM Sans Light"/>
              </a:defRPr>
            </a:lvl5pPr>
            <a:lvl6pPr lvl="5">
              <a:spcBef>
                <a:spcPts val="0"/>
              </a:spcBef>
              <a:spcAft>
                <a:spcPts val="0"/>
              </a:spcAft>
              <a:buSzPts val="1000"/>
              <a:buFont typeface="DM Sans Light"/>
              <a:buNone/>
              <a:defRPr sz="1000">
                <a:latin typeface="DM Sans Light"/>
                <a:ea typeface="DM Sans Light"/>
                <a:cs typeface="DM Sans Light"/>
                <a:sym typeface="DM Sans Light"/>
              </a:defRPr>
            </a:lvl6pPr>
            <a:lvl7pPr lvl="6">
              <a:spcBef>
                <a:spcPts val="0"/>
              </a:spcBef>
              <a:spcAft>
                <a:spcPts val="0"/>
              </a:spcAft>
              <a:buSzPts val="1000"/>
              <a:buFont typeface="DM Sans Light"/>
              <a:buNone/>
              <a:defRPr sz="1000">
                <a:latin typeface="DM Sans Light"/>
                <a:ea typeface="DM Sans Light"/>
                <a:cs typeface="DM Sans Light"/>
                <a:sym typeface="DM Sans Light"/>
              </a:defRPr>
            </a:lvl7pPr>
            <a:lvl8pPr lvl="7">
              <a:spcBef>
                <a:spcPts val="0"/>
              </a:spcBef>
              <a:spcAft>
                <a:spcPts val="0"/>
              </a:spcAft>
              <a:buSzPts val="1000"/>
              <a:buFont typeface="DM Sans Light"/>
              <a:buNone/>
              <a:defRPr sz="1000">
                <a:latin typeface="DM Sans Light"/>
                <a:ea typeface="DM Sans Light"/>
                <a:cs typeface="DM Sans Light"/>
                <a:sym typeface="DM Sans Light"/>
              </a:defRPr>
            </a:lvl8pPr>
            <a:lvl9pPr lvl="8">
              <a:spcBef>
                <a:spcPts val="0"/>
              </a:spcBef>
              <a:spcAft>
                <a:spcPts val="0"/>
              </a:spcAft>
              <a:buSzPts val="1000"/>
              <a:buFont typeface="DM Sans Light"/>
              <a:buNone/>
              <a:defRPr sz="1000">
                <a:latin typeface="DM Sans Light"/>
                <a:ea typeface="DM Sans Light"/>
                <a:cs typeface="DM Sans Light"/>
                <a:sym typeface="DM Sans Light"/>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Light">
  <p:cSld name="CUSTOM_7_1_1_1_1_1_1_1_1_1_1_1_1_1_1_1_1_1_1_1">
    <p:spTree>
      <p:nvGrpSpPr>
        <p:cNvPr id="184" name="Shape 184"/>
        <p:cNvGrpSpPr/>
        <p:nvPr/>
      </p:nvGrpSpPr>
      <p:grpSpPr>
        <a:xfrm>
          <a:off x="0" y="0"/>
          <a:ext cx="0" cy="0"/>
          <a:chOff x="0" y="0"/>
          <a:chExt cx="0" cy="0"/>
        </a:xfrm>
      </p:grpSpPr>
      <p:sp>
        <p:nvSpPr>
          <p:cNvPr id="185" name="Google Shape;185;p26"/>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26"/>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7" name="Google Shape;187;p26"/>
          <p:cNvSpPr txBox="1"/>
          <p:nvPr>
            <p:ph type="title"/>
          </p:nvPr>
        </p:nvSpPr>
        <p:spPr>
          <a:xfrm>
            <a:off x="1453650" y="1325938"/>
            <a:ext cx="6236700" cy="2011800"/>
          </a:xfrm>
          <a:prstGeom prst="rect">
            <a:avLst/>
          </a:prstGeom>
        </p:spPr>
        <p:txBody>
          <a:bodyPr anchorCtr="0" anchor="t" bIns="0" lIns="0" spcFirstLastPara="1" rIns="0" wrap="square" tIns="0">
            <a:noAutofit/>
          </a:bodyPr>
          <a:lstStyle>
            <a:lvl1pPr lvl="0">
              <a:spcBef>
                <a:spcPts val="0"/>
              </a:spcBef>
              <a:spcAft>
                <a:spcPts val="0"/>
              </a:spcAft>
              <a:buNone/>
              <a:defRPr sz="2500"/>
            </a:lvl1pPr>
            <a:lvl2pPr lvl="1">
              <a:spcBef>
                <a:spcPts val="0"/>
              </a:spcBef>
              <a:spcAft>
                <a:spcPts val="0"/>
              </a:spcAft>
              <a:buNone/>
              <a:defRPr sz="2500"/>
            </a:lvl2pPr>
            <a:lvl3pPr lvl="2">
              <a:spcBef>
                <a:spcPts val="0"/>
              </a:spcBef>
              <a:spcAft>
                <a:spcPts val="0"/>
              </a:spcAft>
              <a:buNone/>
              <a:defRPr sz="2500"/>
            </a:lvl3pPr>
            <a:lvl4pPr lvl="3">
              <a:spcBef>
                <a:spcPts val="0"/>
              </a:spcBef>
              <a:spcAft>
                <a:spcPts val="0"/>
              </a:spcAft>
              <a:buNone/>
              <a:defRPr sz="2500"/>
            </a:lvl4pPr>
            <a:lvl5pPr lvl="4">
              <a:spcBef>
                <a:spcPts val="0"/>
              </a:spcBef>
              <a:spcAft>
                <a:spcPts val="0"/>
              </a:spcAft>
              <a:buNone/>
              <a:defRPr sz="2500"/>
            </a:lvl5pPr>
            <a:lvl6pPr lvl="5">
              <a:spcBef>
                <a:spcPts val="0"/>
              </a:spcBef>
              <a:spcAft>
                <a:spcPts val="0"/>
              </a:spcAft>
              <a:buNone/>
              <a:defRPr sz="2500"/>
            </a:lvl6pPr>
            <a:lvl7pPr lvl="6">
              <a:spcBef>
                <a:spcPts val="0"/>
              </a:spcBef>
              <a:spcAft>
                <a:spcPts val="0"/>
              </a:spcAft>
              <a:buNone/>
              <a:defRPr sz="2500"/>
            </a:lvl7pPr>
            <a:lvl8pPr lvl="7">
              <a:spcBef>
                <a:spcPts val="0"/>
              </a:spcBef>
              <a:spcAft>
                <a:spcPts val="0"/>
              </a:spcAft>
              <a:buNone/>
              <a:defRPr sz="2500"/>
            </a:lvl8pPr>
            <a:lvl9pPr lvl="8">
              <a:spcBef>
                <a:spcPts val="0"/>
              </a:spcBef>
              <a:spcAft>
                <a:spcPts val="0"/>
              </a:spcAft>
              <a:buNone/>
              <a:defRPr sz="2500"/>
            </a:lvl9pPr>
          </a:lstStyle>
          <a:p/>
        </p:txBody>
      </p:sp>
      <p:sp>
        <p:nvSpPr>
          <p:cNvPr id="188" name="Google Shape;188;p26"/>
          <p:cNvSpPr/>
          <p:nvPr>
            <p:ph idx="2" type="pic"/>
          </p:nvPr>
        </p:nvSpPr>
        <p:spPr>
          <a:xfrm>
            <a:off x="1442350" y="3492500"/>
            <a:ext cx="408900" cy="408900"/>
          </a:xfrm>
          <a:prstGeom prst="ellipse">
            <a:avLst/>
          </a:prstGeom>
          <a:noFill/>
          <a:ln>
            <a:noFill/>
          </a:ln>
        </p:spPr>
      </p:sp>
      <p:sp>
        <p:nvSpPr>
          <p:cNvPr id="189" name="Google Shape;189;p26"/>
          <p:cNvSpPr txBox="1"/>
          <p:nvPr>
            <p:ph idx="3" type="subTitle"/>
          </p:nvPr>
        </p:nvSpPr>
        <p:spPr>
          <a:xfrm>
            <a:off x="1957375" y="3536000"/>
            <a:ext cx="2661600" cy="187800"/>
          </a:xfrm>
          <a:prstGeom prst="rect">
            <a:avLst/>
          </a:prstGeom>
        </p:spPr>
        <p:txBody>
          <a:bodyPr anchorCtr="0" anchor="ctr"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000"/>
              <a:buFont typeface="DM Sans SemiBold"/>
              <a:buNone/>
              <a:defRPr sz="1000">
                <a:latin typeface="DM Sans SemiBold"/>
                <a:ea typeface="DM Sans SemiBold"/>
                <a:cs typeface="DM Sans SemiBold"/>
                <a:sym typeface="DM Sans SemiBold"/>
              </a:defRPr>
            </a:lvl2pPr>
            <a:lvl3pPr lvl="2">
              <a:spcBef>
                <a:spcPts val="0"/>
              </a:spcBef>
              <a:spcAft>
                <a:spcPts val="0"/>
              </a:spcAft>
              <a:buSzPts val="1000"/>
              <a:buFont typeface="DM Sans SemiBold"/>
              <a:buNone/>
              <a:defRPr sz="1000">
                <a:latin typeface="DM Sans SemiBold"/>
                <a:ea typeface="DM Sans SemiBold"/>
                <a:cs typeface="DM Sans SemiBold"/>
                <a:sym typeface="DM Sans SemiBold"/>
              </a:defRPr>
            </a:lvl3pPr>
            <a:lvl4pPr lvl="3">
              <a:spcBef>
                <a:spcPts val="0"/>
              </a:spcBef>
              <a:spcAft>
                <a:spcPts val="0"/>
              </a:spcAft>
              <a:buSzPts val="1000"/>
              <a:buFont typeface="DM Sans SemiBold"/>
              <a:buNone/>
              <a:defRPr sz="1000">
                <a:latin typeface="DM Sans SemiBold"/>
                <a:ea typeface="DM Sans SemiBold"/>
                <a:cs typeface="DM Sans SemiBold"/>
                <a:sym typeface="DM Sans SemiBold"/>
              </a:defRPr>
            </a:lvl4pPr>
            <a:lvl5pPr lvl="4">
              <a:spcBef>
                <a:spcPts val="0"/>
              </a:spcBef>
              <a:spcAft>
                <a:spcPts val="0"/>
              </a:spcAft>
              <a:buSzPts val="1000"/>
              <a:buFont typeface="DM Sans SemiBold"/>
              <a:buNone/>
              <a:defRPr sz="1000">
                <a:latin typeface="DM Sans SemiBold"/>
                <a:ea typeface="DM Sans SemiBold"/>
                <a:cs typeface="DM Sans SemiBold"/>
                <a:sym typeface="DM Sans SemiBold"/>
              </a:defRPr>
            </a:lvl5pPr>
            <a:lvl6pPr lvl="5">
              <a:spcBef>
                <a:spcPts val="0"/>
              </a:spcBef>
              <a:spcAft>
                <a:spcPts val="0"/>
              </a:spcAft>
              <a:buSzPts val="1000"/>
              <a:buFont typeface="DM Sans SemiBold"/>
              <a:buNone/>
              <a:defRPr sz="1000">
                <a:latin typeface="DM Sans SemiBold"/>
                <a:ea typeface="DM Sans SemiBold"/>
                <a:cs typeface="DM Sans SemiBold"/>
                <a:sym typeface="DM Sans SemiBold"/>
              </a:defRPr>
            </a:lvl6pPr>
            <a:lvl7pPr lvl="6">
              <a:spcBef>
                <a:spcPts val="0"/>
              </a:spcBef>
              <a:spcAft>
                <a:spcPts val="0"/>
              </a:spcAft>
              <a:buSzPts val="1000"/>
              <a:buFont typeface="DM Sans SemiBold"/>
              <a:buNone/>
              <a:defRPr sz="1000">
                <a:latin typeface="DM Sans SemiBold"/>
                <a:ea typeface="DM Sans SemiBold"/>
                <a:cs typeface="DM Sans SemiBold"/>
                <a:sym typeface="DM Sans SemiBold"/>
              </a:defRPr>
            </a:lvl7pPr>
            <a:lvl8pPr lvl="7">
              <a:spcBef>
                <a:spcPts val="0"/>
              </a:spcBef>
              <a:spcAft>
                <a:spcPts val="0"/>
              </a:spcAft>
              <a:buSzPts val="1000"/>
              <a:buFont typeface="DM Sans SemiBold"/>
              <a:buNone/>
              <a:defRPr sz="1000">
                <a:latin typeface="DM Sans SemiBold"/>
                <a:ea typeface="DM Sans SemiBold"/>
                <a:cs typeface="DM Sans SemiBold"/>
                <a:sym typeface="DM Sans SemiBold"/>
              </a:defRPr>
            </a:lvl8pPr>
            <a:lvl9pPr lvl="8">
              <a:spcBef>
                <a:spcPts val="0"/>
              </a:spcBef>
              <a:spcAft>
                <a:spcPts val="0"/>
              </a:spcAft>
              <a:buSzPts val="1000"/>
              <a:buFont typeface="DM Sans SemiBold"/>
              <a:buNone/>
              <a:defRPr sz="1000">
                <a:latin typeface="DM Sans SemiBold"/>
                <a:ea typeface="DM Sans SemiBold"/>
                <a:cs typeface="DM Sans SemiBold"/>
                <a:sym typeface="DM Sans SemiBold"/>
              </a:defRPr>
            </a:lvl9pPr>
          </a:lstStyle>
          <a:p/>
        </p:txBody>
      </p:sp>
      <p:sp>
        <p:nvSpPr>
          <p:cNvPr id="190" name="Google Shape;190;p26"/>
          <p:cNvSpPr txBox="1"/>
          <p:nvPr>
            <p:ph idx="4" type="subTitle"/>
          </p:nvPr>
        </p:nvSpPr>
        <p:spPr>
          <a:xfrm>
            <a:off x="1957375" y="3678443"/>
            <a:ext cx="2661600" cy="187800"/>
          </a:xfrm>
          <a:prstGeom prst="rect">
            <a:avLst/>
          </a:prstGeom>
        </p:spPr>
        <p:txBody>
          <a:bodyPr anchorCtr="0" anchor="ctr" bIns="0" lIns="0" spcFirstLastPara="1" rIns="0" wrap="square" tIns="0">
            <a:no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000"/>
              <a:buFont typeface="DM Sans Light"/>
              <a:buNone/>
              <a:defRPr sz="1000">
                <a:latin typeface="DM Sans Light"/>
                <a:ea typeface="DM Sans Light"/>
                <a:cs typeface="DM Sans Light"/>
                <a:sym typeface="DM Sans Light"/>
              </a:defRPr>
            </a:lvl2pPr>
            <a:lvl3pPr lvl="2">
              <a:spcBef>
                <a:spcPts val="0"/>
              </a:spcBef>
              <a:spcAft>
                <a:spcPts val="0"/>
              </a:spcAft>
              <a:buSzPts val="1000"/>
              <a:buFont typeface="DM Sans Light"/>
              <a:buNone/>
              <a:defRPr sz="1000">
                <a:latin typeface="DM Sans Light"/>
                <a:ea typeface="DM Sans Light"/>
                <a:cs typeface="DM Sans Light"/>
                <a:sym typeface="DM Sans Light"/>
              </a:defRPr>
            </a:lvl3pPr>
            <a:lvl4pPr lvl="3">
              <a:spcBef>
                <a:spcPts val="0"/>
              </a:spcBef>
              <a:spcAft>
                <a:spcPts val="0"/>
              </a:spcAft>
              <a:buSzPts val="1000"/>
              <a:buFont typeface="DM Sans Light"/>
              <a:buNone/>
              <a:defRPr sz="1000">
                <a:latin typeface="DM Sans Light"/>
                <a:ea typeface="DM Sans Light"/>
                <a:cs typeface="DM Sans Light"/>
                <a:sym typeface="DM Sans Light"/>
              </a:defRPr>
            </a:lvl4pPr>
            <a:lvl5pPr lvl="4">
              <a:spcBef>
                <a:spcPts val="0"/>
              </a:spcBef>
              <a:spcAft>
                <a:spcPts val="0"/>
              </a:spcAft>
              <a:buSzPts val="1000"/>
              <a:buFont typeface="DM Sans Light"/>
              <a:buNone/>
              <a:defRPr sz="1000">
                <a:latin typeface="DM Sans Light"/>
                <a:ea typeface="DM Sans Light"/>
                <a:cs typeface="DM Sans Light"/>
                <a:sym typeface="DM Sans Light"/>
              </a:defRPr>
            </a:lvl5pPr>
            <a:lvl6pPr lvl="5">
              <a:spcBef>
                <a:spcPts val="0"/>
              </a:spcBef>
              <a:spcAft>
                <a:spcPts val="0"/>
              </a:spcAft>
              <a:buSzPts val="1000"/>
              <a:buFont typeface="DM Sans Light"/>
              <a:buNone/>
              <a:defRPr sz="1000">
                <a:latin typeface="DM Sans Light"/>
                <a:ea typeface="DM Sans Light"/>
                <a:cs typeface="DM Sans Light"/>
                <a:sym typeface="DM Sans Light"/>
              </a:defRPr>
            </a:lvl6pPr>
            <a:lvl7pPr lvl="6">
              <a:spcBef>
                <a:spcPts val="0"/>
              </a:spcBef>
              <a:spcAft>
                <a:spcPts val="0"/>
              </a:spcAft>
              <a:buSzPts val="1000"/>
              <a:buFont typeface="DM Sans Light"/>
              <a:buNone/>
              <a:defRPr sz="1000">
                <a:latin typeface="DM Sans Light"/>
                <a:ea typeface="DM Sans Light"/>
                <a:cs typeface="DM Sans Light"/>
                <a:sym typeface="DM Sans Light"/>
              </a:defRPr>
            </a:lvl7pPr>
            <a:lvl8pPr lvl="7">
              <a:spcBef>
                <a:spcPts val="0"/>
              </a:spcBef>
              <a:spcAft>
                <a:spcPts val="0"/>
              </a:spcAft>
              <a:buSzPts val="1000"/>
              <a:buFont typeface="DM Sans Light"/>
              <a:buNone/>
              <a:defRPr sz="1000">
                <a:latin typeface="DM Sans Light"/>
                <a:ea typeface="DM Sans Light"/>
                <a:cs typeface="DM Sans Light"/>
                <a:sym typeface="DM Sans Light"/>
              </a:defRPr>
            </a:lvl8pPr>
            <a:lvl9pPr lvl="8">
              <a:spcBef>
                <a:spcPts val="0"/>
              </a:spcBef>
              <a:spcAft>
                <a:spcPts val="0"/>
              </a:spcAft>
              <a:buSzPts val="1000"/>
              <a:buFont typeface="DM Sans Light"/>
              <a:buNone/>
              <a:defRPr sz="1000">
                <a:latin typeface="DM Sans Light"/>
                <a:ea typeface="DM Sans Light"/>
                <a:cs typeface="DM Sans Light"/>
                <a:sym typeface="DM Sans Light"/>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 Dark">
  <p:cSld name="CUSTOM_7_1_1_1_1_1_1_1_1_1_1_1_1_1_1_1_1_1_1_1_1">
    <p:bg>
      <p:bgPr>
        <a:solidFill>
          <a:schemeClr val="lt1"/>
        </a:solidFill>
      </p:bgPr>
    </p:bg>
    <p:spTree>
      <p:nvGrpSpPr>
        <p:cNvPr id="191" name="Shape 191"/>
        <p:cNvGrpSpPr/>
        <p:nvPr/>
      </p:nvGrpSpPr>
      <p:grpSpPr>
        <a:xfrm>
          <a:off x="0" y="0"/>
          <a:ext cx="0" cy="0"/>
          <a:chOff x="0" y="0"/>
          <a:chExt cx="0" cy="0"/>
        </a:xfrm>
      </p:grpSpPr>
      <p:sp>
        <p:nvSpPr>
          <p:cNvPr id="192" name="Google Shape;192;p27"/>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193" name="Google Shape;193;p27"/>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194" name="Google Shape;194;p27"/>
          <p:cNvSpPr txBox="1"/>
          <p:nvPr>
            <p:ph type="title"/>
          </p:nvPr>
        </p:nvSpPr>
        <p:spPr>
          <a:xfrm>
            <a:off x="1453650" y="1325938"/>
            <a:ext cx="6236700" cy="2011800"/>
          </a:xfrm>
          <a:prstGeom prst="rect">
            <a:avLst/>
          </a:prstGeom>
        </p:spPr>
        <p:txBody>
          <a:bodyPr anchorCtr="0" anchor="t" bIns="0" lIns="0" spcFirstLastPara="1" rIns="0" wrap="square" tIns="0">
            <a:noAutofit/>
          </a:bodyPr>
          <a:lstStyle>
            <a:lvl1pPr lvl="0">
              <a:spcBef>
                <a:spcPts val="0"/>
              </a:spcBef>
              <a:spcAft>
                <a:spcPts val="0"/>
              </a:spcAft>
              <a:buNone/>
              <a:defRPr sz="2500">
                <a:solidFill>
                  <a:schemeClr val="dk1"/>
                </a:solidFill>
              </a:defRPr>
            </a:lvl1pPr>
            <a:lvl2pPr lvl="1">
              <a:spcBef>
                <a:spcPts val="0"/>
              </a:spcBef>
              <a:spcAft>
                <a:spcPts val="0"/>
              </a:spcAft>
              <a:buNone/>
              <a:defRPr sz="2500">
                <a:solidFill>
                  <a:schemeClr val="dk1"/>
                </a:solidFill>
              </a:defRPr>
            </a:lvl2pPr>
            <a:lvl3pPr lvl="2">
              <a:spcBef>
                <a:spcPts val="0"/>
              </a:spcBef>
              <a:spcAft>
                <a:spcPts val="0"/>
              </a:spcAft>
              <a:buNone/>
              <a:defRPr sz="2500">
                <a:solidFill>
                  <a:schemeClr val="dk1"/>
                </a:solidFill>
              </a:defRPr>
            </a:lvl3pPr>
            <a:lvl4pPr lvl="3">
              <a:spcBef>
                <a:spcPts val="0"/>
              </a:spcBef>
              <a:spcAft>
                <a:spcPts val="0"/>
              </a:spcAft>
              <a:buNone/>
              <a:defRPr sz="2500">
                <a:solidFill>
                  <a:schemeClr val="dk1"/>
                </a:solidFill>
              </a:defRPr>
            </a:lvl4pPr>
            <a:lvl5pPr lvl="4">
              <a:spcBef>
                <a:spcPts val="0"/>
              </a:spcBef>
              <a:spcAft>
                <a:spcPts val="0"/>
              </a:spcAft>
              <a:buNone/>
              <a:defRPr sz="2500">
                <a:solidFill>
                  <a:schemeClr val="dk1"/>
                </a:solidFill>
              </a:defRPr>
            </a:lvl5pPr>
            <a:lvl6pPr lvl="5">
              <a:spcBef>
                <a:spcPts val="0"/>
              </a:spcBef>
              <a:spcAft>
                <a:spcPts val="0"/>
              </a:spcAft>
              <a:buNone/>
              <a:defRPr sz="2500">
                <a:solidFill>
                  <a:schemeClr val="dk1"/>
                </a:solidFill>
              </a:defRPr>
            </a:lvl6pPr>
            <a:lvl7pPr lvl="6">
              <a:spcBef>
                <a:spcPts val="0"/>
              </a:spcBef>
              <a:spcAft>
                <a:spcPts val="0"/>
              </a:spcAft>
              <a:buNone/>
              <a:defRPr sz="2500">
                <a:solidFill>
                  <a:schemeClr val="dk1"/>
                </a:solidFill>
              </a:defRPr>
            </a:lvl7pPr>
            <a:lvl8pPr lvl="7">
              <a:spcBef>
                <a:spcPts val="0"/>
              </a:spcBef>
              <a:spcAft>
                <a:spcPts val="0"/>
              </a:spcAft>
              <a:buNone/>
              <a:defRPr sz="2500">
                <a:solidFill>
                  <a:schemeClr val="dk1"/>
                </a:solidFill>
              </a:defRPr>
            </a:lvl8pPr>
            <a:lvl9pPr lvl="8">
              <a:spcBef>
                <a:spcPts val="0"/>
              </a:spcBef>
              <a:spcAft>
                <a:spcPts val="0"/>
              </a:spcAft>
              <a:buNone/>
              <a:defRPr sz="2500">
                <a:solidFill>
                  <a:schemeClr val="dk1"/>
                </a:solidFill>
              </a:defRPr>
            </a:lvl9pPr>
          </a:lstStyle>
          <a:p/>
        </p:txBody>
      </p:sp>
      <p:sp>
        <p:nvSpPr>
          <p:cNvPr id="195" name="Google Shape;195;p27"/>
          <p:cNvSpPr/>
          <p:nvPr>
            <p:ph idx="2" type="pic"/>
          </p:nvPr>
        </p:nvSpPr>
        <p:spPr>
          <a:xfrm>
            <a:off x="1442350" y="3492500"/>
            <a:ext cx="408900" cy="408900"/>
          </a:xfrm>
          <a:prstGeom prst="ellipse">
            <a:avLst/>
          </a:prstGeom>
          <a:noFill/>
          <a:ln>
            <a:noFill/>
          </a:ln>
        </p:spPr>
      </p:sp>
      <p:sp>
        <p:nvSpPr>
          <p:cNvPr id="196" name="Google Shape;196;p27"/>
          <p:cNvSpPr txBox="1"/>
          <p:nvPr>
            <p:ph idx="3" type="subTitle"/>
          </p:nvPr>
        </p:nvSpPr>
        <p:spPr>
          <a:xfrm>
            <a:off x="1957375" y="3536000"/>
            <a:ext cx="2661600" cy="1878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1pPr>
            <a:lvl2pPr lvl="1">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2pPr>
            <a:lvl3pPr lvl="2">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3pPr>
            <a:lvl4pPr lvl="3">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4pPr>
            <a:lvl5pPr lvl="4">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5pPr>
            <a:lvl6pPr lvl="5">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6pPr>
            <a:lvl7pPr lvl="6">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7pPr>
            <a:lvl8pPr lvl="7">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8pPr>
            <a:lvl9pPr lvl="8">
              <a:spcBef>
                <a:spcPts val="0"/>
              </a:spcBef>
              <a:spcAft>
                <a:spcPts val="0"/>
              </a:spcAft>
              <a:buClr>
                <a:schemeClr val="dk1"/>
              </a:buClr>
              <a:buSzPts val="1000"/>
              <a:buFont typeface="DM Sans SemiBold"/>
              <a:buNone/>
              <a:defRPr sz="1000">
                <a:solidFill>
                  <a:schemeClr val="dk1"/>
                </a:solidFill>
                <a:latin typeface="DM Sans SemiBold"/>
                <a:ea typeface="DM Sans SemiBold"/>
                <a:cs typeface="DM Sans SemiBold"/>
                <a:sym typeface="DM Sans SemiBold"/>
              </a:defRPr>
            </a:lvl9pPr>
          </a:lstStyle>
          <a:p/>
        </p:txBody>
      </p:sp>
      <p:sp>
        <p:nvSpPr>
          <p:cNvPr id="197" name="Google Shape;197;p27"/>
          <p:cNvSpPr txBox="1"/>
          <p:nvPr>
            <p:ph idx="4" type="subTitle"/>
          </p:nvPr>
        </p:nvSpPr>
        <p:spPr>
          <a:xfrm>
            <a:off x="1957375" y="3678443"/>
            <a:ext cx="2661600" cy="1878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2pPr>
            <a:lvl3pPr lvl="2">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3pPr>
            <a:lvl4pPr lvl="3">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4pPr>
            <a:lvl5pPr lvl="4">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5pPr>
            <a:lvl6pPr lvl="5">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6pPr>
            <a:lvl7pPr lvl="6">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7pPr>
            <a:lvl8pPr lvl="7">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8pPr>
            <a:lvl9pPr lvl="8">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ve modules">
  <p:cSld name="CUSTOM">
    <p:bg>
      <p:bgPr>
        <a:solidFill>
          <a:schemeClr val="lt1"/>
        </a:solidFill>
      </p:bgPr>
    </p:bg>
    <p:spTree>
      <p:nvGrpSpPr>
        <p:cNvPr id="198" name="Shape 198"/>
        <p:cNvGrpSpPr/>
        <p:nvPr/>
      </p:nvGrpSpPr>
      <p:grpSpPr>
        <a:xfrm>
          <a:off x="0" y="0"/>
          <a:ext cx="0" cy="0"/>
          <a:chOff x="0" y="0"/>
          <a:chExt cx="0" cy="0"/>
        </a:xfrm>
      </p:grpSpPr>
      <p:sp>
        <p:nvSpPr>
          <p:cNvPr id="199" name="Google Shape;199;p28"/>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00" name="Google Shape;200;p28"/>
          <p:cNvSpPr txBox="1"/>
          <p:nvPr>
            <p:ph type="title"/>
          </p:nvPr>
        </p:nvSpPr>
        <p:spPr>
          <a:xfrm>
            <a:off x="361975" y="988555"/>
            <a:ext cx="38601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solidFill>
                  <a:schemeClr val="dk1"/>
                </a:solidFill>
              </a:defRPr>
            </a:lvl1pPr>
            <a:lvl2pPr lvl="1">
              <a:lnSpc>
                <a:spcPct val="90000"/>
              </a:lnSpc>
              <a:spcBef>
                <a:spcPts val="0"/>
              </a:spcBef>
              <a:spcAft>
                <a:spcPts val="0"/>
              </a:spcAft>
              <a:buNone/>
              <a:defRPr sz="2200">
                <a:solidFill>
                  <a:schemeClr val="dk1"/>
                </a:solidFill>
              </a:defRPr>
            </a:lvl2pPr>
            <a:lvl3pPr lvl="2">
              <a:lnSpc>
                <a:spcPct val="90000"/>
              </a:lnSpc>
              <a:spcBef>
                <a:spcPts val="0"/>
              </a:spcBef>
              <a:spcAft>
                <a:spcPts val="0"/>
              </a:spcAft>
              <a:buNone/>
              <a:defRPr sz="2200">
                <a:solidFill>
                  <a:schemeClr val="dk1"/>
                </a:solidFill>
              </a:defRPr>
            </a:lvl3pPr>
            <a:lvl4pPr lvl="3">
              <a:lnSpc>
                <a:spcPct val="90000"/>
              </a:lnSpc>
              <a:spcBef>
                <a:spcPts val="0"/>
              </a:spcBef>
              <a:spcAft>
                <a:spcPts val="0"/>
              </a:spcAft>
              <a:buNone/>
              <a:defRPr sz="2200">
                <a:solidFill>
                  <a:schemeClr val="dk1"/>
                </a:solidFill>
              </a:defRPr>
            </a:lvl4pPr>
            <a:lvl5pPr lvl="4">
              <a:lnSpc>
                <a:spcPct val="90000"/>
              </a:lnSpc>
              <a:spcBef>
                <a:spcPts val="0"/>
              </a:spcBef>
              <a:spcAft>
                <a:spcPts val="0"/>
              </a:spcAft>
              <a:buNone/>
              <a:defRPr sz="2200">
                <a:solidFill>
                  <a:schemeClr val="dk1"/>
                </a:solidFill>
              </a:defRPr>
            </a:lvl5pPr>
            <a:lvl6pPr lvl="5">
              <a:lnSpc>
                <a:spcPct val="90000"/>
              </a:lnSpc>
              <a:spcBef>
                <a:spcPts val="0"/>
              </a:spcBef>
              <a:spcAft>
                <a:spcPts val="0"/>
              </a:spcAft>
              <a:buNone/>
              <a:defRPr sz="2200">
                <a:solidFill>
                  <a:schemeClr val="dk1"/>
                </a:solidFill>
              </a:defRPr>
            </a:lvl6pPr>
            <a:lvl7pPr lvl="6">
              <a:lnSpc>
                <a:spcPct val="90000"/>
              </a:lnSpc>
              <a:spcBef>
                <a:spcPts val="0"/>
              </a:spcBef>
              <a:spcAft>
                <a:spcPts val="0"/>
              </a:spcAft>
              <a:buNone/>
              <a:defRPr sz="2200">
                <a:solidFill>
                  <a:schemeClr val="dk1"/>
                </a:solidFill>
              </a:defRPr>
            </a:lvl7pPr>
            <a:lvl8pPr lvl="7">
              <a:lnSpc>
                <a:spcPct val="90000"/>
              </a:lnSpc>
              <a:spcBef>
                <a:spcPts val="0"/>
              </a:spcBef>
              <a:spcAft>
                <a:spcPts val="0"/>
              </a:spcAft>
              <a:buNone/>
              <a:defRPr sz="2200">
                <a:solidFill>
                  <a:schemeClr val="dk1"/>
                </a:solidFill>
              </a:defRPr>
            </a:lvl8pPr>
            <a:lvl9pPr lvl="8">
              <a:lnSpc>
                <a:spcPct val="90000"/>
              </a:lnSpc>
              <a:spcBef>
                <a:spcPts val="0"/>
              </a:spcBef>
              <a:spcAft>
                <a:spcPts val="0"/>
              </a:spcAft>
              <a:buNone/>
              <a:defRPr sz="2200">
                <a:solidFill>
                  <a:schemeClr val="dk1"/>
                </a:solidFill>
              </a:defRPr>
            </a:lvl9pPr>
          </a:lstStyle>
          <a:p/>
        </p:txBody>
      </p:sp>
      <p:sp>
        <p:nvSpPr>
          <p:cNvPr id="201" name="Google Shape;201;p28"/>
          <p:cNvSpPr txBox="1"/>
          <p:nvPr>
            <p:ph idx="2"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02" name="Google Shape;202;p28"/>
          <p:cNvSpPr txBox="1"/>
          <p:nvPr>
            <p:ph idx="3" type="body"/>
          </p:nvPr>
        </p:nvSpPr>
        <p:spPr>
          <a:xfrm>
            <a:off x="361975" y="3256513"/>
            <a:ext cx="3860100" cy="1327500"/>
          </a:xfrm>
          <a:prstGeom prst="rect">
            <a:avLst/>
          </a:prstGeom>
        </p:spPr>
        <p:txBody>
          <a:bodyPr anchorCtr="0" anchor="b" bIns="0" lIns="0" spcFirstLastPara="1" rIns="0" wrap="square" tIns="0">
            <a:noAutofit/>
          </a:bodyPr>
          <a:lstStyle>
            <a:lvl1pPr indent="-292100" lvl="0" marL="457200">
              <a:lnSpc>
                <a:spcPct val="100000"/>
              </a:lnSpc>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lnSpc>
                <a:spcPct val="100000"/>
              </a:lnSpc>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lnSpc>
                <a:spcPct val="100000"/>
              </a:lnSpc>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
        <p:nvSpPr>
          <p:cNvPr id="203" name="Google Shape;203;p28"/>
          <p:cNvSpPr txBox="1"/>
          <p:nvPr>
            <p:ph idx="4" type="title"/>
          </p:nvPr>
        </p:nvSpPr>
        <p:spPr>
          <a:xfrm>
            <a:off x="4800825" y="258072"/>
            <a:ext cx="17622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4200"/>
            </a:lvl1pPr>
            <a:lvl2pPr lvl="1">
              <a:lnSpc>
                <a:spcPct val="90000"/>
              </a:lnSpc>
              <a:spcBef>
                <a:spcPts val="0"/>
              </a:spcBef>
              <a:spcAft>
                <a:spcPts val="0"/>
              </a:spcAft>
              <a:buNone/>
              <a:defRPr sz="2200"/>
            </a:lvl2pPr>
            <a:lvl3pPr lvl="2">
              <a:lnSpc>
                <a:spcPct val="90000"/>
              </a:lnSpc>
              <a:spcBef>
                <a:spcPts val="0"/>
              </a:spcBef>
              <a:spcAft>
                <a:spcPts val="0"/>
              </a:spcAft>
              <a:buNone/>
              <a:defRPr sz="2200"/>
            </a:lvl3pPr>
            <a:lvl4pPr lvl="3">
              <a:lnSpc>
                <a:spcPct val="90000"/>
              </a:lnSpc>
              <a:spcBef>
                <a:spcPts val="0"/>
              </a:spcBef>
              <a:spcAft>
                <a:spcPts val="0"/>
              </a:spcAft>
              <a:buNone/>
              <a:defRPr sz="2200"/>
            </a:lvl4pPr>
            <a:lvl5pPr lvl="4">
              <a:lnSpc>
                <a:spcPct val="90000"/>
              </a:lnSpc>
              <a:spcBef>
                <a:spcPts val="0"/>
              </a:spcBef>
              <a:spcAft>
                <a:spcPts val="0"/>
              </a:spcAft>
              <a:buNone/>
              <a:defRPr sz="2200"/>
            </a:lvl5pPr>
            <a:lvl6pPr lvl="5">
              <a:lnSpc>
                <a:spcPct val="90000"/>
              </a:lnSpc>
              <a:spcBef>
                <a:spcPts val="0"/>
              </a:spcBef>
              <a:spcAft>
                <a:spcPts val="0"/>
              </a:spcAft>
              <a:buNone/>
              <a:defRPr sz="2200"/>
            </a:lvl6pPr>
            <a:lvl7pPr lvl="6">
              <a:lnSpc>
                <a:spcPct val="90000"/>
              </a:lnSpc>
              <a:spcBef>
                <a:spcPts val="0"/>
              </a:spcBef>
              <a:spcAft>
                <a:spcPts val="0"/>
              </a:spcAft>
              <a:buNone/>
              <a:defRPr sz="2200"/>
            </a:lvl7pPr>
            <a:lvl8pPr lvl="7">
              <a:lnSpc>
                <a:spcPct val="90000"/>
              </a:lnSpc>
              <a:spcBef>
                <a:spcPts val="0"/>
              </a:spcBef>
              <a:spcAft>
                <a:spcPts val="0"/>
              </a:spcAft>
              <a:buNone/>
              <a:defRPr sz="2200"/>
            </a:lvl8pPr>
            <a:lvl9pPr lvl="8">
              <a:lnSpc>
                <a:spcPct val="90000"/>
              </a:lnSpc>
              <a:spcBef>
                <a:spcPts val="0"/>
              </a:spcBef>
              <a:spcAft>
                <a:spcPts val="0"/>
              </a:spcAft>
              <a:buNone/>
              <a:defRPr sz="2200"/>
            </a:lvl9pPr>
          </a:lstStyle>
          <a:p/>
        </p:txBody>
      </p:sp>
      <p:sp>
        <p:nvSpPr>
          <p:cNvPr id="204" name="Google Shape;204;p28"/>
          <p:cNvSpPr txBox="1"/>
          <p:nvPr>
            <p:ph idx="5" type="title"/>
          </p:nvPr>
        </p:nvSpPr>
        <p:spPr>
          <a:xfrm>
            <a:off x="7094925" y="258072"/>
            <a:ext cx="17622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4200">
                <a:solidFill>
                  <a:schemeClr val="dk1"/>
                </a:solidFill>
              </a:defRPr>
            </a:lvl1pPr>
            <a:lvl2pPr lvl="1">
              <a:lnSpc>
                <a:spcPct val="90000"/>
              </a:lnSpc>
              <a:spcBef>
                <a:spcPts val="0"/>
              </a:spcBef>
              <a:spcAft>
                <a:spcPts val="0"/>
              </a:spcAft>
              <a:buNone/>
              <a:defRPr sz="2200">
                <a:solidFill>
                  <a:schemeClr val="dk1"/>
                </a:solidFill>
              </a:defRPr>
            </a:lvl2pPr>
            <a:lvl3pPr lvl="2">
              <a:lnSpc>
                <a:spcPct val="90000"/>
              </a:lnSpc>
              <a:spcBef>
                <a:spcPts val="0"/>
              </a:spcBef>
              <a:spcAft>
                <a:spcPts val="0"/>
              </a:spcAft>
              <a:buNone/>
              <a:defRPr sz="2200">
                <a:solidFill>
                  <a:schemeClr val="dk1"/>
                </a:solidFill>
              </a:defRPr>
            </a:lvl3pPr>
            <a:lvl4pPr lvl="3">
              <a:lnSpc>
                <a:spcPct val="90000"/>
              </a:lnSpc>
              <a:spcBef>
                <a:spcPts val="0"/>
              </a:spcBef>
              <a:spcAft>
                <a:spcPts val="0"/>
              </a:spcAft>
              <a:buNone/>
              <a:defRPr sz="2200">
                <a:solidFill>
                  <a:schemeClr val="dk1"/>
                </a:solidFill>
              </a:defRPr>
            </a:lvl4pPr>
            <a:lvl5pPr lvl="4">
              <a:lnSpc>
                <a:spcPct val="90000"/>
              </a:lnSpc>
              <a:spcBef>
                <a:spcPts val="0"/>
              </a:spcBef>
              <a:spcAft>
                <a:spcPts val="0"/>
              </a:spcAft>
              <a:buNone/>
              <a:defRPr sz="2200">
                <a:solidFill>
                  <a:schemeClr val="dk1"/>
                </a:solidFill>
              </a:defRPr>
            </a:lvl5pPr>
            <a:lvl6pPr lvl="5">
              <a:lnSpc>
                <a:spcPct val="90000"/>
              </a:lnSpc>
              <a:spcBef>
                <a:spcPts val="0"/>
              </a:spcBef>
              <a:spcAft>
                <a:spcPts val="0"/>
              </a:spcAft>
              <a:buNone/>
              <a:defRPr sz="2200">
                <a:solidFill>
                  <a:schemeClr val="dk1"/>
                </a:solidFill>
              </a:defRPr>
            </a:lvl6pPr>
            <a:lvl7pPr lvl="6">
              <a:lnSpc>
                <a:spcPct val="90000"/>
              </a:lnSpc>
              <a:spcBef>
                <a:spcPts val="0"/>
              </a:spcBef>
              <a:spcAft>
                <a:spcPts val="0"/>
              </a:spcAft>
              <a:buNone/>
              <a:defRPr sz="2200">
                <a:solidFill>
                  <a:schemeClr val="dk1"/>
                </a:solidFill>
              </a:defRPr>
            </a:lvl7pPr>
            <a:lvl8pPr lvl="7">
              <a:lnSpc>
                <a:spcPct val="90000"/>
              </a:lnSpc>
              <a:spcBef>
                <a:spcPts val="0"/>
              </a:spcBef>
              <a:spcAft>
                <a:spcPts val="0"/>
              </a:spcAft>
              <a:buNone/>
              <a:defRPr sz="2200">
                <a:solidFill>
                  <a:schemeClr val="dk1"/>
                </a:solidFill>
              </a:defRPr>
            </a:lvl8pPr>
            <a:lvl9pPr lvl="8">
              <a:lnSpc>
                <a:spcPct val="90000"/>
              </a:lnSpc>
              <a:spcBef>
                <a:spcPts val="0"/>
              </a:spcBef>
              <a:spcAft>
                <a:spcPts val="0"/>
              </a:spcAft>
              <a:buNone/>
              <a:defRPr sz="2200">
                <a:solidFill>
                  <a:schemeClr val="dk1"/>
                </a:solidFill>
              </a:defRPr>
            </a:lvl9pPr>
          </a:lstStyle>
          <a:p/>
        </p:txBody>
      </p:sp>
      <p:sp>
        <p:nvSpPr>
          <p:cNvPr id="205" name="Google Shape;205;p28"/>
          <p:cNvSpPr txBox="1"/>
          <p:nvPr>
            <p:ph idx="6" type="title"/>
          </p:nvPr>
        </p:nvSpPr>
        <p:spPr>
          <a:xfrm>
            <a:off x="4800825" y="1698225"/>
            <a:ext cx="17622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4200"/>
            </a:lvl1pPr>
            <a:lvl2pPr lvl="1">
              <a:lnSpc>
                <a:spcPct val="90000"/>
              </a:lnSpc>
              <a:spcBef>
                <a:spcPts val="0"/>
              </a:spcBef>
              <a:spcAft>
                <a:spcPts val="0"/>
              </a:spcAft>
              <a:buNone/>
              <a:defRPr sz="2200">
                <a:solidFill>
                  <a:schemeClr val="dk1"/>
                </a:solidFill>
              </a:defRPr>
            </a:lvl2pPr>
            <a:lvl3pPr lvl="2">
              <a:lnSpc>
                <a:spcPct val="90000"/>
              </a:lnSpc>
              <a:spcBef>
                <a:spcPts val="0"/>
              </a:spcBef>
              <a:spcAft>
                <a:spcPts val="0"/>
              </a:spcAft>
              <a:buNone/>
              <a:defRPr sz="2200">
                <a:solidFill>
                  <a:schemeClr val="dk1"/>
                </a:solidFill>
              </a:defRPr>
            </a:lvl3pPr>
            <a:lvl4pPr lvl="3">
              <a:lnSpc>
                <a:spcPct val="90000"/>
              </a:lnSpc>
              <a:spcBef>
                <a:spcPts val="0"/>
              </a:spcBef>
              <a:spcAft>
                <a:spcPts val="0"/>
              </a:spcAft>
              <a:buNone/>
              <a:defRPr sz="2200">
                <a:solidFill>
                  <a:schemeClr val="dk1"/>
                </a:solidFill>
              </a:defRPr>
            </a:lvl4pPr>
            <a:lvl5pPr lvl="4">
              <a:lnSpc>
                <a:spcPct val="90000"/>
              </a:lnSpc>
              <a:spcBef>
                <a:spcPts val="0"/>
              </a:spcBef>
              <a:spcAft>
                <a:spcPts val="0"/>
              </a:spcAft>
              <a:buNone/>
              <a:defRPr sz="2200">
                <a:solidFill>
                  <a:schemeClr val="dk1"/>
                </a:solidFill>
              </a:defRPr>
            </a:lvl5pPr>
            <a:lvl6pPr lvl="5">
              <a:lnSpc>
                <a:spcPct val="90000"/>
              </a:lnSpc>
              <a:spcBef>
                <a:spcPts val="0"/>
              </a:spcBef>
              <a:spcAft>
                <a:spcPts val="0"/>
              </a:spcAft>
              <a:buNone/>
              <a:defRPr sz="2200">
                <a:solidFill>
                  <a:schemeClr val="dk1"/>
                </a:solidFill>
              </a:defRPr>
            </a:lvl6pPr>
            <a:lvl7pPr lvl="6">
              <a:lnSpc>
                <a:spcPct val="90000"/>
              </a:lnSpc>
              <a:spcBef>
                <a:spcPts val="0"/>
              </a:spcBef>
              <a:spcAft>
                <a:spcPts val="0"/>
              </a:spcAft>
              <a:buNone/>
              <a:defRPr sz="2200">
                <a:solidFill>
                  <a:schemeClr val="dk1"/>
                </a:solidFill>
              </a:defRPr>
            </a:lvl7pPr>
            <a:lvl8pPr lvl="7">
              <a:lnSpc>
                <a:spcPct val="90000"/>
              </a:lnSpc>
              <a:spcBef>
                <a:spcPts val="0"/>
              </a:spcBef>
              <a:spcAft>
                <a:spcPts val="0"/>
              </a:spcAft>
              <a:buNone/>
              <a:defRPr sz="2200">
                <a:solidFill>
                  <a:schemeClr val="dk1"/>
                </a:solidFill>
              </a:defRPr>
            </a:lvl8pPr>
            <a:lvl9pPr lvl="8">
              <a:lnSpc>
                <a:spcPct val="90000"/>
              </a:lnSpc>
              <a:spcBef>
                <a:spcPts val="0"/>
              </a:spcBef>
              <a:spcAft>
                <a:spcPts val="0"/>
              </a:spcAft>
              <a:buNone/>
              <a:defRPr sz="2200">
                <a:solidFill>
                  <a:schemeClr val="dk1"/>
                </a:solidFill>
              </a:defRPr>
            </a:lvl9pPr>
          </a:lstStyle>
          <a:p/>
        </p:txBody>
      </p:sp>
      <p:sp>
        <p:nvSpPr>
          <p:cNvPr id="206" name="Google Shape;206;p28"/>
          <p:cNvSpPr txBox="1"/>
          <p:nvPr>
            <p:ph idx="7" type="body"/>
          </p:nvPr>
        </p:nvSpPr>
        <p:spPr>
          <a:xfrm>
            <a:off x="4800825" y="4122308"/>
            <a:ext cx="3975900" cy="461700"/>
          </a:xfrm>
          <a:prstGeom prst="rect">
            <a:avLst/>
          </a:prstGeom>
        </p:spPr>
        <p:txBody>
          <a:bodyPr anchorCtr="0" anchor="b" bIns="0" lIns="0" spcFirstLastPara="1" rIns="0" wrap="square" tIns="0">
            <a:no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207" name="Google Shape;207;p28"/>
          <p:cNvSpPr txBox="1"/>
          <p:nvPr>
            <p:ph idx="8" type="title"/>
          </p:nvPr>
        </p:nvSpPr>
        <p:spPr>
          <a:xfrm>
            <a:off x="4800825" y="3215225"/>
            <a:ext cx="3975900" cy="798900"/>
          </a:xfrm>
          <a:prstGeom prst="rect">
            <a:avLst/>
          </a:prstGeom>
        </p:spPr>
        <p:txBody>
          <a:bodyPr anchorCtr="0" anchor="t" bIns="0" lIns="0" spcFirstLastPara="1" rIns="0" wrap="square" tIns="0">
            <a:noAutofit/>
          </a:bodyPr>
          <a:lstStyle>
            <a:lvl1pPr lvl="0">
              <a:spcBef>
                <a:spcPts val="0"/>
              </a:spcBef>
              <a:spcAft>
                <a:spcPts val="0"/>
              </a:spcAft>
              <a:buNone/>
              <a:defRPr sz="6200"/>
            </a:lvl1pPr>
            <a:lvl2pPr lvl="1">
              <a:spcBef>
                <a:spcPts val="0"/>
              </a:spcBef>
              <a:spcAft>
                <a:spcPts val="0"/>
              </a:spcAft>
              <a:buNone/>
              <a:defRPr sz="2200">
                <a:solidFill>
                  <a:schemeClr val="dk1"/>
                </a:solidFill>
              </a:defRPr>
            </a:lvl2pPr>
            <a:lvl3pPr lvl="2">
              <a:spcBef>
                <a:spcPts val="0"/>
              </a:spcBef>
              <a:spcAft>
                <a:spcPts val="0"/>
              </a:spcAft>
              <a:buNone/>
              <a:defRPr sz="2200">
                <a:solidFill>
                  <a:schemeClr val="dk1"/>
                </a:solidFill>
              </a:defRPr>
            </a:lvl3pPr>
            <a:lvl4pPr lvl="3">
              <a:spcBef>
                <a:spcPts val="0"/>
              </a:spcBef>
              <a:spcAft>
                <a:spcPts val="0"/>
              </a:spcAft>
              <a:buNone/>
              <a:defRPr sz="2200">
                <a:solidFill>
                  <a:schemeClr val="dk1"/>
                </a:solidFill>
              </a:defRPr>
            </a:lvl4pPr>
            <a:lvl5pPr lvl="4">
              <a:spcBef>
                <a:spcPts val="0"/>
              </a:spcBef>
              <a:spcAft>
                <a:spcPts val="0"/>
              </a:spcAft>
              <a:buNone/>
              <a:defRPr sz="2200">
                <a:solidFill>
                  <a:schemeClr val="dk1"/>
                </a:solidFill>
              </a:defRPr>
            </a:lvl5pPr>
            <a:lvl6pPr lvl="5">
              <a:spcBef>
                <a:spcPts val="0"/>
              </a:spcBef>
              <a:spcAft>
                <a:spcPts val="0"/>
              </a:spcAft>
              <a:buNone/>
              <a:defRPr sz="2200">
                <a:solidFill>
                  <a:schemeClr val="dk1"/>
                </a:solidFill>
              </a:defRPr>
            </a:lvl6pPr>
            <a:lvl7pPr lvl="6">
              <a:spcBef>
                <a:spcPts val="0"/>
              </a:spcBef>
              <a:spcAft>
                <a:spcPts val="0"/>
              </a:spcAft>
              <a:buNone/>
              <a:defRPr sz="2200">
                <a:solidFill>
                  <a:schemeClr val="dk1"/>
                </a:solidFill>
              </a:defRPr>
            </a:lvl7pPr>
            <a:lvl8pPr lvl="7">
              <a:spcBef>
                <a:spcPts val="0"/>
              </a:spcBef>
              <a:spcAft>
                <a:spcPts val="0"/>
              </a:spcAft>
              <a:buNone/>
              <a:defRPr sz="2200">
                <a:solidFill>
                  <a:schemeClr val="dk1"/>
                </a:solidFill>
              </a:defRPr>
            </a:lvl8pPr>
            <a:lvl9pPr lvl="8">
              <a:spcBef>
                <a:spcPts val="0"/>
              </a:spcBef>
              <a:spcAft>
                <a:spcPts val="0"/>
              </a:spcAft>
              <a:buNone/>
              <a:defRPr sz="2200">
                <a:solidFill>
                  <a:schemeClr val="dk1"/>
                </a:solidFill>
              </a:defRPr>
            </a:lvl9pPr>
          </a:lstStyle>
          <a:p/>
        </p:txBody>
      </p:sp>
      <p:sp>
        <p:nvSpPr>
          <p:cNvPr id="208" name="Google Shape;208;p28"/>
          <p:cNvSpPr txBox="1"/>
          <p:nvPr>
            <p:ph idx="9" type="body"/>
          </p:nvPr>
        </p:nvSpPr>
        <p:spPr>
          <a:xfrm>
            <a:off x="4800825" y="2268700"/>
            <a:ext cx="1762200" cy="461700"/>
          </a:xfrm>
          <a:prstGeom prst="rect">
            <a:avLst/>
          </a:prstGeom>
        </p:spPr>
        <p:txBody>
          <a:bodyPr anchorCtr="0" anchor="b" bIns="0" lIns="0" spcFirstLastPara="1" rIns="0" wrap="square" tIns="0">
            <a:no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209" name="Google Shape;209;p28"/>
          <p:cNvSpPr txBox="1"/>
          <p:nvPr>
            <p:ph idx="13" type="body"/>
          </p:nvPr>
        </p:nvSpPr>
        <p:spPr>
          <a:xfrm>
            <a:off x="7115650" y="2268700"/>
            <a:ext cx="1762200" cy="461700"/>
          </a:xfrm>
          <a:prstGeom prst="rect">
            <a:avLst/>
          </a:prstGeom>
        </p:spPr>
        <p:txBody>
          <a:bodyPr anchorCtr="0" anchor="b" bIns="0" lIns="0" spcFirstLastPara="1" rIns="0" wrap="square" tIns="0">
            <a:no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210" name="Google Shape;210;p28"/>
          <p:cNvSpPr txBox="1"/>
          <p:nvPr>
            <p:ph idx="14" type="body"/>
          </p:nvPr>
        </p:nvSpPr>
        <p:spPr>
          <a:xfrm>
            <a:off x="4800825" y="860100"/>
            <a:ext cx="1762200" cy="461700"/>
          </a:xfrm>
          <a:prstGeom prst="rect">
            <a:avLst/>
          </a:prstGeom>
        </p:spPr>
        <p:txBody>
          <a:bodyPr anchorCtr="0" anchor="b" bIns="0" lIns="0" spcFirstLastPara="1" rIns="0" wrap="square" tIns="0">
            <a:no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x modules">
  <p:cSld name="CUSTOM_1">
    <p:bg>
      <p:bgPr>
        <a:solidFill>
          <a:schemeClr val="lt1"/>
        </a:solidFill>
      </p:bgPr>
    </p:bg>
    <p:spTree>
      <p:nvGrpSpPr>
        <p:cNvPr id="211" name="Shape 211"/>
        <p:cNvGrpSpPr/>
        <p:nvPr/>
      </p:nvGrpSpPr>
      <p:grpSpPr>
        <a:xfrm>
          <a:off x="0" y="0"/>
          <a:ext cx="0" cy="0"/>
          <a:chOff x="0" y="0"/>
          <a:chExt cx="0" cy="0"/>
        </a:xfrm>
      </p:grpSpPr>
      <p:sp>
        <p:nvSpPr>
          <p:cNvPr id="212" name="Google Shape;212;p29"/>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13" name="Google Shape;213;p29"/>
          <p:cNvSpPr txBox="1"/>
          <p:nvPr>
            <p:ph type="title"/>
          </p:nvPr>
        </p:nvSpPr>
        <p:spPr>
          <a:xfrm>
            <a:off x="361975" y="988555"/>
            <a:ext cx="38601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solidFill>
                  <a:schemeClr val="dk1"/>
                </a:solidFill>
              </a:defRPr>
            </a:lvl1pPr>
            <a:lvl2pPr lvl="1">
              <a:lnSpc>
                <a:spcPct val="90000"/>
              </a:lnSpc>
              <a:spcBef>
                <a:spcPts val="0"/>
              </a:spcBef>
              <a:spcAft>
                <a:spcPts val="0"/>
              </a:spcAft>
              <a:buNone/>
              <a:defRPr sz="2200">
                <a:solidFill>
                  <a:schemeClr val="dk1"/>
                </a:solidFill>
              </a:defRPr>
            </a:lvl2pPr>
            <a:lvl3pPr lvl="2">
              <a:lnSpc>
                <a:spcPct val="90000"/>
              </a:lnSpc>
              <a:spcBef>
                <a:spcPts val="0"/>
              </a:spcBef>
              <a:spcAft>
                <a:spcPts val="0"/>
              </a:spcAft>
              <a:buNone/>
              <a:defRPr sz="2200">
                <a:solidFill>
                  <a:schemeClr val="dk1"/>
                </a:solidFill>
              </a:defRPr>
            </a:lvl3pPr>
            <a:lvl4pPr lvl="3">
              <a:lnSpc>
                <a:spcPct val="90000"/>
              </a:lnSpc>
              <a:spcBef>
                <a:spcPts val="0"/>
              </a:spcBef>
              <a:spcAft>
                <a:spcPts val="0"/>
              </a:spcAft>
              <a:buNone/>
              <a:defRPr sz="2200">
                <a:solidFill>
                  <a:schemeClr val="dk1"/>
                </a:solidFill>
              </a:defRPr>
            </a:lvl4pPr>
            <a:lvl5pPr lvl="4">
              <a:lnSpc>
                <a:spcPct val="90000"/>
              </a:lnSpc>
              <a:spcBef>
                <a:spcPts val="0"/>
              </a:spcBef>
              <a:spcAft>
                <a:spcPts val="0"/>
              </a:spcAft>
              <a:buNone/>
              <a:defRPr sz="2200">
                <a:solidFill>
                  <a:schemeClr val="dk1"/>
                </a:solidFill>
              </a:defRPr>
            </a:lvl5pPr>
            <a:lvl6pPr lvl="5">
              <a:lnSpc>
                <a:spcPct val="90000"/>
              </a:lnSpc>
              <a:spcBef>
                <a:spcPts val="0"/>
              </a:spcBef>
              <a:spcAft>
                <a:spcPts val="0"/>
              </a:spcAft>
              <a:buNone/>
              <a:defRPr sz="2200">
                <a:solidFill>
                  <a:schemeClr val="dk1"/>
                </a:solidFill>
              </a:defRPr>
            </a:lvl6pPr>
            <a:lvl7pPr lvl="6">
              <a:lnSpc>
                <a:spcPct val="90000"/>
              </a:lnSpc>
              <a:spcBef>
                <a:spcPts val="0"/>
              </a:spcBef>
              <a:spcAft>
                <a:spcPts val="0"/>
              </a:spcAft>
              <a:buNone/>
              <a:defRPr sz="2200">
                <a:solidFill>
                  <a:schemeClr val="dk1"/>
                </a:solidFill>
              </a:defRPr>
            </a:lvl7pPr>
            <a:lvl8pPr lvl="7">
              <a:lnSpc>
                <a:spcPct val="90000"/>
              </a:lnSpc>
              <a:spcBef>
                <a:spcPts val="0"/>
              </a:spcBef>
              <a:spcAft>
                <a:spcPts val="0"/>
              </a:spcAft>
              <a:buNone/>
              <a:defRPr sz="2200">
                <a:solidFill>
                  <a:schemeClr val="dk1"/>
                </a:solidFill>
              </a:defRPr>
            </a:lvl8pPr>
            <a:lvl9pPr lvl="8">
              <a:lnSpc>
                <a:spcPct val="90000"/>
              </a:lnSpc>
              <a:spcBef>
                <a:spcPts val="0"/>
              </a:spcBef>
              <a:spcAft>
                <a:spcPts val="0"/>
              </a:spcAft>
              <a:buNone/>
              <a:defRPr sz="2200">
                <a:solidFill>
                  <a:schemeClr val="dk1"/>
                </a:solidFill>
              </a:defRPr>
            </a:lvl9pPr>
          </a:lstStyle>
          <a:p/>
        </p:txBody>
      </p:sp>
      <p:sp>
        <p:nvSpPr>
          <p:cNvPr id="214" name="Google Shape;214;p29"/>
          <p:cNvSpPr txBox="1"/>
          <p:nvPr>
            <p:ph idx="2"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15" name="Google Shape;215;p29"/>
          <p:cNvSpPr txBox="1"/>
          <p:nvPr>
            <p:ph idx="3" type="body"/>
          </p:nvPr>
        </p:nvSpPr>
        <p:spPr>
          <a:xfrm>
            <a:off x="4800825" y="3665600"/>
            <a:ext cx="3975900" cy="11142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216" name="Google Shape;216;p29"/>
          <p:cNvSpPr txBox="1"/>
          <p:nvPr>
            <p:ph idx="4" type="subTitle"/>
          </p:nvPr>
        </p:nvSpPr>
        <p:spPr>
          <a:xfrm>
            <a:off x="4800825" y="3285232"/>
            <a:ext cx="3975900" cy="1878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200"/>
              <a:buNone/>
              <a:defRPr sz="1200">
                <a:solidFill>
                  <a:schemeClr val="dk1"/>
                </a:solidFill>
              </a:defRPr>
            </a:lvl1pPr>
            <a:lvl2pPr lvl="1">
              <a:spcBef>
                <a:spcPts val="0"/>
              </a:spcBef>
              <a:spcAft>
                <a:spcPts val="0"/>
              </a:spcAft>
              <a:buClr>
                <a:schemeClr val="dk1"/>
              </a:buClr>
              <a:buSzPts val="1200"/>
              <a:buNone/>
              <a:defRPr sz="1200">
                <a:solidFill>
                  <a:schemeClr val="dk1"/>
                </a:solidFill>
              </a:defRPr>
            </a:lvl2pPr>
            <a:lvl3pPr lvl="2">
              <a:spcBef>
                <a:spcPts val="0"/>
              </a:spcBef>
              <a:spcAft>
                <a:spcPts val="0"/>
              </a:spcAft>
              <a:buClr>
                <a:schemeClr val="dk1"/>
              </a:buClr>
              <a:buSzPts val="1200"/>
              <a:buNone/>
              <a:defRPr sz="1200">
                <a:solidFill>
                  <a:schemeClr val="dk1"/>
                </a:solidFill>
              </a:defRPr>
            </a:lvl3pPr>
            <a:lvl4pPr lvl="3">
              <a:spcBef>
                <a:spcPts val="0"/>
              </a:spcBef>
              <a:spcAft>
                <a:spcPts val="0"/>
              </a:spcAft>
              <a:buClr>
                <a:schemeClr val="dk1"/>
              </a:buClr>
              <a:buSzPts val="1200"/>
              <a:buNone/>
              <a:defRPr sz="1200">
                <a:solidFill>
                  <a:schemeClr val="dk1"/>
                </a:solidFill>
              </a:defRPr>
            </a:lvl4pPr>
            <a:lvl5pPr lvl="4">
              <a:spcBef>
                <a:spcPts val="0"/>
              </a:spcBef>
              <a:spcAft>
                <a:spcPts val="0"/>
              </a:spcAft>
              <a:buClr>
                <a:schemeClr val="dk1"/>
              </a:buClr>
              <a:buSzPts val="1200"/>
              <a:buNone/>
              <a:defRPr sz="1200">
                <a:solidFill>
                  <a:schemeClr val="dk1"/>
                </a:solidFill>
              </a:defRPr>
            </a:lvl5pPr>
            <a:lvl6pPr lvl="5">
              <a:spcBef>
                <a:spcPts val="0"/>
              </a:spcBef>
              <a:spcAft>
                <a:spcPts val="0"/>
              </a:spcAft>
              <a:buClr>
                <a:schemeClr val="dk1"/>
              </a:buClr>
              <a:buSzPts val="1200"/>
              <a:buNone/>
              <a:defRPr sz="1200">
                <a:solidFill>
                  <a:schemeClr val="dk1"/>
                </a:solidFill>
              </a:defRPr>
            </a:lvl6pPr>
            <a:lvl7pPr lvl="6">
              <a:spcBef>
                <a:spcPts val="0"/>
              </a:spcBef>
              <a:spcAft>
                <a:spcPts val="0"/>
              </a:spcAft>
              <a:buClr>
                <a:schemeClr val="dk1"/>
              </a:buClr>
              <a:buSzPts val="1200"/>
              <a:buNone/>
              <a:defRPr sz="1200">
                <a:solidFill>
                  <a:schemeClr val="dk1"/>
                </a:solidFill>
              </a:defRPr>
            </a:lvl7pPr>
            <a:lvl8pPr lvl="7">
              <a:spcBef>
                <a:spcPts val="0"/>
              </a:spcBef>
              <a:spcAft>
                <a:spcPts val="0"/>
              </a:spcAft>
              <a:buClr>
                <a:schemeClr val="dk1"/>
              </a:buClr>
              <a:buSzPts val="1200"/>
              <a:buNone/>
              <a:defRPr sz="1200">
                <a:solidFill>
                  <a:schemeClr val="dk1"/>
                </a:solidFill>
              </a:defRPr>
            </a:lvl8pPr>
            <a:lvl9pPr lvl="8">
              <a:spcBef>
                <a:spcPts val="0"/>
              </a:spcBef>
              <a:spcAft>
                <a:spcPts val="0"/>
              </a:spcAft>
              <a:buClr>
                <a:schemeClr val="dk1"/>
              </a:buClr>
              <a:buSzPts val="1200"/>
              <a:buNone/>
              <a:defRPr sz="1200">
                <a:solidFill>
                  <a:schemeClr val="dk1"/>
                </a:solidFill>
              </a:defRPr>
            </a:lvl9pPr>
          </a:lstStyle>
          <a:p/>
        </p:txBody>
      </p:sp>
      <p:sp>
        <p:nvSpPr>
          <p:cNvPr id="217" name="Google Shape;217;p29"/>
          <p:cNvSpPr txBox="1"/>
          <p:nvPr>
            <p:ph idx="5" type="body"/>
          </p:nvPr>
        </p:nvSpPr>
        <p:spPr>
          <a:xfrm>
            <a:off x="2611802" y="3665600"/>
            <a:ext cx="1627500" cy="1114200"/>
          </a:xfrm>
          <a:prstGeom prst="rect">
            <a:avLst/>
          </a:prstGeom>
        </p:spPr>
        <p:txBody>
          <a:bodyPr anchorCtr="0" anchor="t" bIns="0" lIns="0" spcFirstLastPara="1" rIns="0" wrap="square" tIns="0">
            <a:noAutofit/>
          </a:bodyPr>
          <a:lstStyle>
            <a:lvl1pPr indent="-292100" lvl="0" marL="457200">
              <a:lnSpc>
                <a:spcPct val="100000"/>
              </a:lnSpc>
              <a:spcBef>
                <a:spcPts val="0"/>
              </a:spcBef>
              <a:spcAft>
                <a:spcPts val="0"/>
              </a:spcAft>
              <a:buSzPts val="1000"/>
              <a:buFont typeface="DM Sans"/>
              <a:buChar char="●"/>
              <a:defRPr sz="1000"/>
            </a:lvl1pPr>
            <a:lvl2pPr indent="-292100" lvl="1" marL="914400">
              <a:lnSpc>
                <a:spcPct val="100000"/>
              </a:lnSpc>
              <a:spcBef>
                <a:spcPts val="800"/>
              </a:spcBef>
              <a:spcAft>
                <a:spcPts val="0"/>
              </a:spcAft>
              <a:buSzPts val="1000"/>
              <a:buFont typeface="DM Sans"/>
              <a:buChar char="○"/>
              <a:defRPr sz="1000"/>
            </a:lvl2pPr>
            <a:lvl3pPr indent="-292100" lvl="2" marL="1371600">
              <a:lnSpc>
                <a:spcPct val="100000"/>
              </a:lnSpc>
              <a:spcBef>
                <a:spcPts val="800"/>
              </a:spcBef>
              <a:spcAft>
                <a:spcPts val="0"/>
              </a:spcAft>
              <a:buSzPts val="1000"/>
              <a:buFont typeface="DM Sans"/>
              <a:buChar char="■"/>
              <a:defRPr sz="1000"/>
            </a:lvl3pPr>
            <a:lvl4pPr indent="-292100" lvl="3" marL="1828800">
              <a:lnSpc>
                <a:spcPct val="100000"/>
              </a:lnSpc>
              <a:spcBef>
                <a:spcPts val="800"/>
              </a:spcBef>
              <a:spcAft>
                <a:spcPts val="0"/>
              </a:spcAft>
              <a:buSzPts val="1000"/>
              <a:buFont typeface="DM Sans"/>
              <a:buChar char="●"/>
              <a:defRPr sz="1000"/>
            </a:lvl4pPr>
            <a:lvl5pPr indent="-292100" lvl="4" marL="2286000">
              <a:lnSpc>
                <a:spcPct val="100000"/>
              </a:lnSpc>
              <a:spcBef>
                <a:spcPts val="800"/>
              </a:spcBef>
              <a:spcAft>
                <a:spcPts val="0"/>
              </a:spcAft>
              <a:buSzPts val="1000"/>
              <a:buFont typeface="DM Sans"/>
              <a:buChar char="○"/>
              <a:defRPr sz="1000"/>
            </a:lvl5pPr>
            <a:lvl6pPr indent="-292100" lvl="5" marL="2743200">
              <a:lnSpc>
                <a:spcPct val="100000"/>
              </a:lnSpc>
              <a:spcBef>
                <a:spcPts val="800"/>
              </a:spcBef>
              <a:spcAft>
                <a:spcPts val="0"/>
              </a:spcAft>
              <a:buSzPts val="1000"/>
              <a:buFont typeface="DM Sans"/>
              <a:buChar char="■"/>
              <a:defRPr sz="1000"/>
            </a:lvl6pPr>
            <a:lvl7pPr indent="-292100" lvl="6" marL="3200400">
              <a:lnSpc>
                <a:spcPct val="100000"/>
              </a:lnSpc>
              <a:spcBef>
                <a:spcPts val="800"/>
              </a:spcBef>
              <a:spcAft>
                <a:spcPts val="0"/>
              </a:spcAft>
              <a:buSzPts val="1000"/>
              <a:buFont typeface="DM Sans"/>
              <a:buChar char="●"/>
              <a:defRPr sz="1000"/>
            </a:lvl7pPr>
            <a:lvl8pPr indent="-292100" lvl="7" marL="3657600">
              <a:lnSpc>
                <a:spcPct val="100000"/>
              </a:lnSpc>
              <a:spcBef>
                <a:spcPts val="800"/>
              </a:spcBef>
              <a:spcAft>
                <a:spcPts val="0"/>
              </a:spcAft>
              <a:buSzPts val="1000"/>
              <a:buFont typeface="DM Sans"/>
              <a:buChar char="○"/>
              <a:defRPr sz="1000"/>
            </a:lvl8pPr>
            <a:lvl9pPr indent="-292100" lvl="8" marL="4114800">
              <a:lnSpc>
                <a:spcPct val="100000"/>
              </a:lnSpc>
              <a:spcBef>
                <a:spcPts val="800"/>
              </a:spcBef>
              <a:spcAft>
                <a:spcPts val="800"/>
              </a:spcAft>
              <a:buSzPts val="1000"/>
              <a:buFont typeface="DM Sans"/>
              <a:buChar char="■"/>
              <a:defRPr sz="1000"/>
            </a:lvl9pPr>
          </a:lstStyle>
          <a:p/>
        </p:txBody>
      </p:sp>
      <p:sp>
        <p:nvSpPr>
          <p:cNvPr id="218" name="Google Shape;218;p29"/>
          <p:cNvSpPr txBox="1"/>
          <p:nvPr>
            <p:ph idx="6" type="subTitle"/>
          </p:nvPr>
        </p:nvSpPr>
        <p:spPr>
          <a:xfrm>
            <a:off x="2611802" y="3285232"/>
            <a:ext cx="1627500" cy="187800"/>
          </a:xfrm>
          <a:prstGeom prst="rect">
            <a:avLst/>
          </a:prstGeom>
        </p:spPr>
        <p:txBody>
          <a:bodyPr anchorCtr="0" anchor="t" bIns="0" lIns="0" spcFirstLastPara="1" rIns="0" wrap="square" tIns="0">
            <a:sp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219" name="Google Shape;219;p29"/>
          <p:cNvSpPr txBox="1"/>
          <p:nvPr>
            <p:ph idx="7" type="body"/>
          </p:nvPr>
        </p:nvSpPr>
        <p:spPr>
          <a:xfrm>
            <a:off x="361977" y="3665600"/>
            <a:ext cx="1627500" cy="11142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220" name="Google Shape;220;p29"/>
          <p:cNvSpPr txBox="1"/>
          <p:nvPr>
            <p:ph idx="8" type="subTitle"/>
          </p:nvPr>
        </p:nvSpPr>
        <p:spPr>
          <a:xfrm>
            <a:off x="361977" y="3285232"/>
            <a:ext cx="1627500" cy="1878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200"/>
              <a:buNone/>
              <a:defRPr sz="1200">
                <a:solidFill>
                  <a:schemeClr val="dk1"/>
                </a:solidFill>
              </a:defRPr>
            </a:lvl1pPr>
            <a:lvl2pPr lvl="1">
              <a:spcBef>
                <a:spcPts val="0"/>
              </a:spcBef>
              <a:spcAft>
                <a:spcPts val="0"/>
              </a:spcAft>
              <a:buClr>
                <a:schemeClr val="dk1"/>
              </a:buClr>
              <a:buSzPts val="1200"/>
              <a:buNone/>
              <a:defRPr sz="1200">
                <a:solidFill>
                  <a:schemeClr val="dk1"/>
                </a:solidFill>
              </a:defRPr>
            </a:lvl2pPr>
            <a:lvl3pPr lvl="2">
              <a:spcBef>
                <a:spcPts val="0"/>
              </a:spcBef>
              <a:spcAft>
                <a:spcPts val="0"/>
              </a:spcAft>
              <a:buClr>
                <a:schemeClr val="dk1"/>
              </a:buClr>
              <a:buSzPts val="1200"/>
              <a:buNone/>
              <a:defRPr sz="1200">
                <a:solidFill>
                  <a:schemeClr val="dk1"/>
                </a:solidFill>
              </a:defRPr>
            </a:lvl3pPr>
            <a:lvl4pPr lvl="3">
              <a:spcBef>
                <a:spcPts val="0"/>
              </a:spcBef>
              <a:spcAft>
                <a:spcPts val="0"/>
              </a:spcAft>
              <a:buClr>
                <a:schemeClr val="dk1"/>
              </a:buClr>
              <a:buSzPts val="1200"/>
              <a:buNone/>
              <a:defRPr sz="1200">
                <a:solidFill>
                  <a:schemeClr val="dk1"/>
                </a:solidFill>
              </a:defRPr>
            </a:lvl4pPr>
            <a:lvl5pPr lvl="4">
              <a:spcBef>
                <a:spcPts val="0"/>
              </a:spcBef>
              <a:spcAft>
                <a:spcPts val="0"/>
              </a:spcAft>
              <a:buClr>
                <a:schemeClr val="dk1"/>
              </a:buClr>
              <a:buSzPts val="1200"/>
              <a:buNone/>
              <a:defRPr sz="1200">
                <a:solidFill>
                  <a:schemeClr val="dk1"/>
                </a:solidFill>
              </a:defRPr>
            </a:lvl5pPr>
            <a:lvl6pPr lvl="5">
              <a:spcBef>
                <a:spcPts val="0"/>
              </a:spcBef>
              <a:spcAft>
                <a:spcPts val="0"/>
              </a:spcAft>
              <a:buClr>
                <a:schemeClr val="dk1"/>
              </a:buClr>
              <a:buSzPts val="1200"/>
              <a:buNone/>
              <a:defRPr sz="1200">
                <a:solidFill>
                  <a:schemeClr val="dk1"/>
                </a:solidFill>
              </a:defRPr>
            </a:lvl6pPr>
            <a:lvl7pPr lvl="6">
              <a:spcBef>
                <a:spcPts val="0"/>
              </a:spcBef>
              <a:spcAft>
                <a:spcPts val="0"/>
              </a:spcAft>
              <a:buClr>
                <a:schemeClr val="dk1"/>
              </a:buClr>
              <a:buSzPts val="1200"/>
              <a:buNone/>
              <a:defRPr sz="1200">
                <a:solidFill>
                  <a:schemeClr val="dk1"/>
                </a:solidFill>
              </a:defRPr>
            </a:lvl7pPr>
            <a:lvl8pPr lvl="7">
              <a:spcBef>
                <a:spcPts val="0"/>
              </a:spcBef>
              <a:spcAft>
                <a:spcPts val="0"/>
              </a:spcAft>
              <a:buClr>
                <a:schemeClr val="dk1"/>
              </a:buClr>
              <a:buSzPts val="1200"/>
              <a:buNone/>
              <a:defRPr sz="1200">
                <a:solidFill>
                  <a:schemeClr val="dk1"/>
                </a:solidFill>
              </a:defRPr>
            </a:lvl8pPr>
            <a:lvl9pPr lvl="8">
              <a:spcBef>
                <a:spcPts val="0"/>
              </a:spcBef>
              <a:spcAft>
                <a:spcPts val="0"/>
              </a:spcAft>
              <a:buClr>
                <a:schemeClr val="dk1"/>
              </a:buClr>
              <a:buSzPts val="1200"/>
              <a:buNone/>
              <a:defRPr sz="1200">
                <a:solidFill>
                  <a:schemeClr val="dk1"/>
                </a:solidFill>
              </a:defRPr>
            </a:lvl9pPr>
          </a:lstStyle>
          <a:p/>
        </p:txBody>
      </p:sp>
      <p:sp>
        <p:nvSpPr>
          <p:cNvPr id="221" name="Google Shape;221;p29"/>
          <p:cNvSpPr txBox="1"/>
          <p:nvPr>
            <p:ph idx="9" type="body"/>
          </p:nvPr>
        </p:nvSpPr>
        <p:spPr>
          <a:xfrm>
            <a:off x="4900725" y="1196103"/>
            <a:ext cx="1627500" cy="13854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dk1"/>
              </a:buClr>
              <a:buSzPts val="1000"/>
              <a:buFont typeface="DM Sans"/>
              <a:buChar char="●"/>
              <a:defRPr sz="1000">
                <a:solidFill>
                  <a:schemeClr val="dk1"/>
                </a:solidFill>
              </a:defRPr>
            </a:lvl1pPr>
            <a:lvl2pPr indent="-292100" lvl="1" marL="914400">
              <a:spcBef>
                <a:spcPts val="800"/>
              </a:spcBef>
              <a:spcAft>
                <a:spcPts val="0"/>
              </a:spcAft>
              <a:buClr>
                <a:schemeClr val="dk1"/>
              </a:buClr>
              <a:buSzPts val="1000"/>
              <a:buFont typeface="DM Sans"/>
              <a:buChar char="○"/>
              <a:defRPr sz="1000">
                <a:solidFill>
                  <a:schemeClr val="dk1"/>
                </a:solidFill>
              </a:defRPr>
            </a:lvl2pPr>
            <a:lvl3pPr indent="-292100" lvl="2" marL="1371600">
              <a:spcBef>
                <a:spcPts val="800"/>
              </a:spcBef>
              <a:spcAft>
                <a:spcPts val="0"/>
              </a:spcAft>
              <a:buClr>
                <a:schemeClr val="dk1"/>
              </a:buClr>
              <a:buSzPts val="1000"/>
              <a:buFont typeface="DM Sans"/>
              <a:buChar char="■"/>
              <a:defRPr sz="1000">
                <a:solidFill>
                  <a:schemeClr val="dk1"/>
                </a:solidFill>
              </a:defRPr>
            </a:lvl3pPr>
            <a:lvl4pPr indent="-292100" lvl="3" marL="1828800">
              <a:spcBef>
                <a:spcPts val="800"/>
              </a:spcBef>
              <a:spcAft>
                <a:spcPts val="0"/>
              </a:spcAft>
              <a:buClr>
                <a:schemeClr val="dk1"/>
              </a:buClr>
              <a:buSzPts val="1000"/>
              <a:buFont typeface="DM Sans"/>
              <a:buChar char="●"/>
              <a:defRPr sz="1000">
                <a:solidFill>
                  <a:schemeClr val="dk1"/>
                </a:solidFill>
              </a:defRPr>
            </a:lvl4pPr>
            <a:lvl5pPr indent="-292100" lvl="4" marL="2286000">
              <a:spcBef>
                <a:spcPts val="800"/>
              </a:spcBef>
              <a:spcAft>
                <a:spcPts val="0"/>
              </a:spcAft>
              <a:buClr>
                <a:schemeClr val="dk1"/>
              </a:buClr>
              <a:buSzPts val="1000"/>
              <a:buFont typeface="DM Sans"/>
              <a:buChar char="○"/>
              <a:defRPr sz="1000">
                <a:solidFill>
                  <a:schemeClr val="dk1"/>
                </a:solidFill>
              </a:defRPr>
            </a:lvl5pPr>
            <a:lvl6pPr indent="-292100" lvl="5" marL="2743200">
              <a:spcBef>
                <a:spcPts val="800"/>
              </a:spcBef>
              <a:spcAft>
                <a:spcPts val="0"/>
              </a:spcAft>
              <a:buClr>
                <a:schemeClr val="dk1"/>
              </a:buClr>
              <a:buSzPts val="1000"/>
              <a:buFont typeface="DM Sans"/>
              <a:buChar char="■"/>
              <a:defRPr sz="1000">
                <a:solidFill>
                  <a:schemeClr val="dk1"/>
                </a:solidFill>
              </a:defRPr>
            </a:lvl6pPr>
            <a:lvl7pPr indent="-292100" lvl="6" marL="3200400">
              <a:spcBef>
                <a:spcPts val="800"/>
              </a:spcBef>
              <a:spcAft>
                <a:spcPts val="0"/>
              </a:spcAft>
              <a:buClr>
                <a:schemeClr val="dk1"/>
              </a:buClr>
              <a:buSzPts val="1000"/>
              <a:buFont typeface="DM Sans"/>
              <a:buChar char="●"/>
              <a:defRPr sz="1000">
                <a:solidFill>
                  <a:schemeClr val="dk1"/>
                </a:solidFill>
              </a:defRPr>
            </a:lvl7pPr>
            <a:lvl8pPr indent="-292100" lvl="7" marL="3657600">
              <a:spcBef>
                <a:spcPts val="800"/>
              </a:spcBef>
              <a:spcAft>
                <a:spcPts val="0"/>
              </a:spcAft>
              <a:buClr>
                <a:schemeClr val="dk1"/>
              </a:buClr>
              <a:buSzPts val="1000"/>
              <a:buFont typeface="DM Sans"/>
              <a:buChar char="○"/>
              <a:defRPr sz="1000">
                <a:solidFill>
                  <a:schemeClr val="dk1"/>
                </a:solidFill>
              </a:defRPr>
            </a:lvl8pPr>
            <a:lvl9pPr indent="-292100" lvl="8" marL="4114800">
              <a:spcBef>
                <a:spcPts val="800"/>
              </a:spcBef>
              <a:spcAft>
                <a:spcPts val="800"/>
              </a:spcAft>
              <a:buClr>
                <a:schemeClr val="dk1"/>
              </a:buClr>
              <a:buSzPts val="1000"/>
              <a:buFont typeface="DM Sans"/>
              <a:buChar char="■"/>
              <a:defRPr sz="1000">
                <a:solidFill>
                  <a:schemeClr val="dk1"/>
                </a:solidFill>
              </a:defRPr>
            </a:lvl9pPr>
          </a:lstStyle>
          <a:p/>
        </p:txBody>
      </p:sp>
      <p:sp>
        <p:nvSpPr>
          <p:cNvPr id="222" name="Google Shape;222;p29"/>
          <p:cNvSpPr txBox="1"/>
          <p:nvPr>
            <p:ph idx="13" type="subTitle"/>
          </p:nvPr>
        </p:nvSpPr>
        <p:spPr>
          <a:xfrm>
            <a:off x="4900725" y="706863"/>
            <a:ext cx="1627500" cy="187800"/>
          </a:xfrm>
          <a:prstGeom prst="rect">
            <a:avLst/>
          </a:prstGeom>
        </p:spPr>
        <p:txBody>
          <a:bodyPr anchorCtr="0" anchor="t" bIns="0" lIns="0" spcFirstLastPara="1" rIns="0" wrap="square" tIns="0">
            <a:spAutoFit/>
          </a:bodyPr>
          <a:lstStyle>
            <a:lvl1pPr lvl="0">
              <a:spcBef>
                <a:spcPts val="0"/>
              </a:spcBef>
              <a:spcAft>
                <a:spcPts val="0"/>
              </a:spcAft>
              <a:buClr>
                <a:schemeClr val="dk1"/>
              </a:buClr>
              <a:buSzPts val="1200"/>
              <a:buNone/>
              <a:defRPr sz="1200">
                <a:solidFill>
                  <a:schemeClr val="dk1"/>
                </a:solidFill>
              </a:defRPr>
            </a:lvl1pPr>
            <a:lvl2pPr lvl="1">
              <a:spcBef>
                <a:spcPts val="0"/>
              </a:spcBef>
              <a:spcAft>
                <a:spcPts val="0"/>
              </a:spcAft>
              <a:buClr>
                <a:schemeClr val="dk1"/>
              </a:buClr>
              <a:buSzPts val="1200"/>
              <a:buNone/>
              <a:defRPr sz="1200">
                <a:solidFill>
                  <a:schemeClr val="dk1"/>
                </a:solidFill>
              </a:defRPr>
            </a:lvl2pPr>
            <a:lvl3pPr lvl="2">
              <a:spcBef>
                <a:spcPts val="0"/>
              </a:spcBef>
              <a:spcAft>
                <a:spcPts val="0"/>
              </a:spcAft>
              <a:buClr>
                <a:schemeClr val="dk1"/>
              </a:buClr>
              <a:buSzPts val="1200"/>
              <a:buNone/>
              <a:defRPr sz="1200">
                <a:solidFill>
                  <a:schemeClr val="dk1"/>
                </a:solidFill>
              </a:defRPr>
            </a:lvl3pPr>
            <a:lvl4pPr lvl="3">
              <a:spcBef>
                <a:spcPts val="0"/>
              </a:spcBef>
              <a:spcAft>
                <a:spcPts val="0"/>
              </a:spcAft>
              <a:buClr>
                <a:schemeClr val="dk1"/>
              </a:buClr>
              <a:buSzPts val="1200"/>
              <a:buNone/>
              <a:defRPr sz="1200">
                <a:solidFill>
                  <a:schemeClr val="dk1"/>
                </a:solidFill>
              </a:defRPr>
            </a:lvl4pPr>
            <a:lvl5pPr lvl="4">
              <a:spcBef>
                <a:spcPts val="0"/>
              </a:spcBef>
              <a:spcAft>
                <a:spcPts val="0"/>
              </a:spcAft>
              <a:buClr>
                <a:schemeClr val="dk1"/>
              </a:buClr>
              <a:buSzPts val="1200"/>
              <a:buNone/>
              <a:defRPr sz="1200">
                <a:solidFill>
                  <a:schemeClr val="dk1"/>
                </a:solidFill>
              </a:defRPr>
            </a:lvl5pPr>
            <a:lvl6pPr lvl="5">
              <a:spcBef>
                <a:spcPts val="0"/>
              </a:spcBef>
              <a:spcAft>
                <a:spcPts val="0"/>
              </a:spcAft>
              <a:buClr>
                <a:schemeClr val="dk1"/>
              </a:buClr>
              <a:buSzPts val="1200"/>
              <a:buNone/>
              <a:defRPr sz="1200">
                <a:solidFill>
                  <a:schemeClr val="dk1"/>
                </a:solidFill>
              </a:defRPr>
            </a:lvl6pPr>
            <a:lvl7pPr lvl="6">
              <a:spcBef>
                <a:spcPts val="0"/>
              </a:spcBef>
              <a:spcAft>
                <a:spcPts val="0"/>
              </a:spcAft>
              <a:buClr>
                <a:schemeClr val="dk1"/>
              </a:buClr>
              <a:buSzPts val="1200"/>
              <a:buNone/>
              <a:defRPr sz="1200">
                <a:solidFill>
                  <a:schemeClr val="dk1"/>
                </a:solidFill>
              </a:defRPr>
            </a:lvl7pPr>
            <a:lvl8pPr lvl="7">
              <a:spcBef>
                <a:spcPts val="0"/>
              </a:spcBef>
              <a:spcAft>
                <a:spcPts val="0"/>
              </a:spcAft>
              <a:buClr>
                <a:schemeClr val="dk1"/>
              </a:buClr>
              <a:buSzPts val="1200"/>
              <a:buNone/>
              <a:defRPr sz="1200">
                <a:solidFill>
                  <a:schemeClr val="dk1"/>
                </a:solidFill>
              </a:defRPr>
            </a:lvl8pPr>
            <a:lvl9pPr lvl="8">
              <a:spcBef>
                <a:spcPts val="0"/>
              </a:spcBef>
              <a:spcAft>
                <a:spcPts val="0"/>
              </a:spcAft>
              <a:buClr>
                <a:schemeClr val="dk1"/>
              </a:buClr>
              <a:buSzPts val="1200"/>
              <a:buNone/>
              <a:defRPr sz="1200">
                <a:solidFill>
                  <a:schemeClr val="dk1"/>
                </a:solidFill>
              </a:defRPr>
            </a:lvl9pPr>
          </a:lstStyle>
          <a:p/>
        </p:txBody>
      </p:sp>
      <p:sp>
        <p:nvSpPr>
          <p:cNvPr id="223" name="Google Shape;223;p29"/>
          <p:cNvSpPr txBox="1"/>
          <p:nvPr>
            <p:ph idx="14" type="body"/>
          </p:nvPr>
        </p:nvSpPr>
        <p:spPr>
          <a:xfrm>
            <a:off x="7149175" y="1196103"/>
            <a:ext cx="1627500" cy="13854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a:buChar char="●"/>
              <a:defRPr sz="1000"/>
            </a:lvl1pPr>
            <a:lvl2pPr indent="-292100" lvl="1" marL="914400">
              <a:spcBef>
                <a:spcPts val="800"/>
              </a:spcBef>
              <a:spcAft>
                <a:spcPts val="0"/>
              </a:spcAft>
              <a:buClr>
                <a:schemeClr val="lt1"/>
              </a:buClr>
              <a:buSzPts val="1000"/>
              <a:buFont typeface="DM Sans"/>
              <a:buChar char="○"/>
              <a:defRPr sz="1000"/>
            </a:lvl2pPr>
            <a:lvl3pPr indent="-292100" lvl="2" marL="1371600">
              <a:spcBef>
                <a:spcPts val="800"/>
              </a:spcBef>
              <a:spcAft>
                <a:spcPts val="0"/>
              </a:spcAft>
              <a:buClr>
                <a:schemeClr val="lt1"/>
              </a:buClr>
              <a:buSzPts val="1000"/>
              <a:buFont typeface="DM Sans"/>
              <a:buChar char="■"/>
              <a:defRPr sz="1000"/>
            </a:lvl3pPr>
            <a:lvl4pPr indent="-292100" lvl="3" marL="1828800">
              <a:spcBef>
                <a:spcPts val="800"/>
              </a:spcBef>
              <a:spcAft>
                <a:spcPts val="0"/>
              </a:spcAft>
              <a:buClr>
                <a:schemeClr val="lt1"/>
              </a:buClr>
              <a:buSzPts val="1000"/>
              <a:buFont typeface="DM Sans"/>
              <a:buChar char="●"/>
              <a:defRPr sz="1000"/>
            </a:lvl4pPr>
            <a:lvl5pPr indent="-292100" lvl="4" marL="2286000">
              <a:spcBef>
                <a:spcPts val="800"/>
              </a:spcBef>
              <a:spcAft>
                <a:spcPts val="0"/>
              </a:spcAft>
              <a:buClr>
                <a:schemeClr val="lt1"/>
              </a:buClr>
              <a:buSzPts val="1000"/>
              <a:buFont typeface="DM Sans"/>
              <a:buChar char="○"/>
              <a:defRPr sz="1000"/>
            </a:lvl5pPr>
            <a:lvl6pPr indent="-292100" lvl="5" marL="2743200">
              <a:spcBef>
                <a:spcPts val="800"/>
              </a:spcBef>
              <a:spcAft>
                <a:spcPts val="0"/>
              </a:spcAft>
              <a:buClr>
                <a:schemeClr val="lt1"/>
              </a:buClr>
              <a:buSzPts val="1000"/>
              <a:buFont typeface="DM Sans"/>
              <a:buChar char="■"/>
              <a:defRPr sz="1000"/>
            </a:lvl6pPr>
            <a:lvl7pPr indent="-292100" lvl="6" marL="3200400">
              <a:spcBef>
                <a:spcPts val="800"/>
              </a:spcBef>
              <a:spcAft>
                <a:spcPts val="0"/>
              </a:spcAft>
              <a:buClr>
                <a:schemeClr val="lt1"/>
              </a:buClr>
              <a:buSzPts val="1000"/>
              <a:buFont typeface="DM Sans"/>
              <a:buChar char="●"/>
              <a:defRPr sz="1000"/>
            </a:lvl7pPr>
            <a:lvl8pPr indent="-292100" lvl="7" marL="3657600">
              <a:spcBef>
                <a:spcPts val="800"/>
              </a:spcBef>
              <a:spcAft>
                <a:spcPts val="0"/>
              </a:spcAft>
              <a:buClr>
                <a:schemeClr val="lt1"/>
              </a:buClr>
              <a:buSzPts val="1000"/>
              <a:buFont typeface="DM Sans"/>
              <a:buChar char="○"/>
              <a:defRPr sz="1000"/>
            </a:lvl8pPr>
            <a:lvl9pPr indent="-292100" lvl="8" marL="4114800">
              <a:spcBef>
                <a:spcPts val="800"/>
              </a:spcBef>
              <a:spcAft>
                <a:spcPts val="800"/>
              </a:spcAft>
              <a:buClr>
                <a:schemeClr val="lt1"/>
              </a:buClr>
              <a:buSzPts val="1000"/>
              <a:buFont typeface="DM Sans"/>
              <a:buChar char="■"/>
              <a:defRPr sz="1000"/>
            </a:lvl9pPr>
          </a:lstStyle>
          <a:p/>
        </p:txBody>
      </p:sp>
      <p:sp>
        <p:nvSpPr>
          <p:cNvPr id="224" name="Google Shape;224;p29"/>
          <p:cNvSpPr txBox="1"/>
          <p:nvPr>
            <p:ph idx="15" type="subTitle"/>
          </p:nvPr>
        </p:nvSpPr>
        <p:spPr>
          <a:xfrm>
            <a:off x="7149175" y="706863"/>
            <a:ext cx="1627500" cy="187800"/>
          </a:xfrm>
          <a:prstGeom prst="rect">
            <a:avLst/>
          </a:prstGeom>
        </p:spPr>
        <p:txBody>
          <a:bodyPr anchorCtr="0" anchor="t" bIns="0" lIns="0" spcFirstLastPara="1" rIns="0" wrap="square" tIns="0">
            <a:spAutoFit/>
          </a:bodyPr>
          <a:lstStyle>
            <a:lvl1pPr lvl="0">
              <a:spcBef>
                <a:spcPts val="0"/>
              </a:spcBef>
              <a:spcAft>
                <a:spcPts val="0"/>
              </a:spcAft>
              <a:buSzPts val="1200"/>
              <a:buNone/>
              <a:defRPr sz="1200"/>
            </a:lvl1pPr>
            <a:lvl2pPr lvl="1">
              <a:spcBef>
                <a:spcPts val="0"/>
              </a:spcBef>
              <a:spcAft>
                <a:spcPts val="0"/>
              </a:spcAft>
              <a:buSzPts val="1200"/>
              <a:buNone/>
              <a:defRPr sz="1200"/>
            </a:lvl2pPr>
            <a:lvl3pPr lvl="2">
              <a:spcBef>
                <a:spcPts val="0"/>
              </a:spcBef>
              <a:spcAft>
                <a:spcPts val="0"/>
              </a:spcAft>
              <a:buSzPts val="1200"/>
              <a:buNone/>
              <a:defRPr sz="1200"/>
            </a:lvl3pPr>
            <a:lvl4pPr lvl="3">
              <a:spcBef>
                <a:spcPts val="0"/>
              </a:spcBef>
              <a:spcAft>
                <a:spcPts val="0"/>
              </a:spcAft>
              <a:buSzPts val="1200"/>
              <a:buNone/>
              <a:defRPr sz="1200"/>
            </a:lvl4pPr>
            <a:lvl5pPr lvl="4">
              <a:spcBef>
                <a:spcPts val="0"/>
              </a:spcBef>
              <a:spcAft>
                <a:spcPts val="0"/>
              </a:spcAft>
              <a:buSzPts val="1200"/>
              <a:buNone/>
              <a:defRPr sz="1200"/>
            </a:lvl5pPr>
            <a:lvl6pPr lvl="5">
              <a:spcBef>
                <a:spcPts val="0"/>
              </a:spcBef>
              <a:spcAft>
                <a:spcPts val="0"/>
              </a:spcAft>
              <a:buSzPts val="1200"/>
              <a:buNone/>
              <a:defRPr sz="1200"/>
            </a:lvl6pPr>
            <a:lvl7pPr lvl="6">
              <a:spcBef>
                <a:spcPts val="0"/>
              </a:spcBef>
              <a:spcAft>
                <a:spcPts val="0"/>
              </a:spcAft>
              <a:buSzPts val="1200"/>
              <a:buNone/>
              <a:defRPr sz="1200"/>
            </a:lvl7pPr>
            <a:lvl8pPr lvl="7">
              <a:spcBef>
                <a:spcPts val="0"/>
              </a:spcBef>
              <a:spcAft>
                <a:spcPts val="0"/>
              </a:spcAft>
              <a:buSzPts val="1200"/>
              <a:buNone/>
              <a:defRPr sz="1200"/>
            </a:lvl8pPr>
            <a:lvl9pPr lvl="8">
              <a:spcBef>
                <a:spcPts val="0"/>
              </a:spcBef>
              <a:spcAft>
                <a:spcPts val="0"/>
              </a:spcAft>
              <a:buSzPts val="1200"/>
              <a:buNone/>
              <a:defRPr sz="1200"/>
            </a:lvl9pPr>
          </a:lstStyle>
          <a:p/>
        </p:txBody>
      </p:sp>
      <p:sp>
        <p:nvSpPr>
          <p:cNvPr id="225" name="Google Shape;225;p29"/>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modules">
  <p:cSld name="CUSTOM_1_1">
    <p:bg>
      <p:bgPr>
        <a:solidFill>
          <a:schemeClr val="lt1"/>
        </a:solidFill>
      </p:bgPr>
    </p:bg>
    <p:spTree>
      <p:nvGrpSpPr>
        <p:cNvPr id="226" name="Shape 226"/>
        <p:cNvGrpSpPr/>
        <p:nvPr/>
      </p:nvGrpSpPr>
      <p:grpSpPr>
        <a:xfrm>
          <a:off x="0" y="0"/>
          <a:ext cx="0" cy="0"/>
          <a:chOff x="0" y="0"/>
          <a:chExt cx="0" cy="0"/>
        </a:xfrm>
      </p:grpSpPr>
      <p:sp>
        <p:nvSpPr>
          <p:cNvPr id="227" name="Google Shape;227;p30"/>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28" name="Google Shape;228;p30"/>
          <p:cNvSpPr txBox="1"/>
          <p:nvPr>
            <p:ph idx="2"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Clr>
                <a:schemeClr val="dk1"/>
              </a:buClr>
              <a:buSzPts val="1000"/>
              <a:buFont typeface="DM Sans Light"/>
              <a:buNone/>
              <a:defRPr sz="1000">
                <a:solidFill>
                  <a:schemeClr val="dk1"/>
                </a:solidFill>
                <a:latin typeface="DM Sans Light"/>
                <a:ea typeface="DM Sans Light"/>
                <a:cs typeface="DM Sans Light"/>
                <a:sym typeface="DM Sans Light"/>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29" name="Google Shape;229;p30"/>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30" name="Google Shape;230;p30"/>
          <p:cNvSpPr txBox="1"/>
          <p:nvPr>
            <p:ph type="title"/>
          </p:nvPr>
        </p:nvSpPr>
        <p:spPr>
          <a:xfrm>
            <a:off x="5796575" y="2351325"/>
            <a:ext cx="9895200" cy="710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6200">
                <a:solidFill>
                  <a:schemeClr val="dk1"/>
                </a:solidFill>
              </a:defRPr>
            </a:lvl1pPr>
            <a:lvl2pPr lvl="1">
              <a:lnSpc>
                <a:spcPct val="90000"/>
              </a:lnSpc>
              <a:spcBef>
                <a:spcPts val="0"/>
              </a:spcBef>
              <a:spcAft>
                <a:spcPts val="0"/>
              </a:spcAft>
              <a:buNone/>
              <a:defRPr sz="6200">
                <a:solidFill>
                  <a:schemeClr val="dk1"/>
                </a:solidFill>
              </a:defRPr>
            </a:lvl2pPr>
            <a:lvl3pPr lvl="2">
              <a:lnSpc>
                <a:spcPct val="90000"/>
              </a:lnSpc>
              <a:spcBef>
                <a:spcPts val="0"/>
              </a:spcBef>
              <a:spcAft>
                <a:spcPts val="0"/>
              </a:spcAft>
              <a:buNone/>
              <a:defRPr sz="6200">
                <a:solidFill>
                  <a:schemeClr val="dk1"/>
                </a:solidFill>
              </a:defRPr>
            </a:lvl3pPr>
            <a:lvl4pPr lvl="3">
              <a:lnSpc>
                <a:spcPct val="90000"/>
              </a:lnSpc>
              <a:spcBef>
                <a:spcPts val="0"/>
              </a:spcBef>
              <a:spcAft>
                <a:spcPts val="0"/>
              </a:spcAft>
              <a:buNone/>
              <a:defRPr sz="6200">
                <a:solidFill>
                  <a:schemeClr val="dk1"/>
                </a:solidFill>
              </a:defRPr>
            </a:lvl4pPr>
            <a:lvl5pPr lvl="4">
              <a:lnSpc>
                <a:spcPct val="90000"/>
              </a:lnSpc>
              <a:spcBef>
                <a:spcPts val="0"/>
              </a:spcBef>
              <a:spcAft>
                <a:spcPts val="0"/>
              </a:spcAft>
              <a:buNone/>
              <a:defRPr sz="6200">
                <a:solidFill>
                  <a:schemeClr val="dk1"/>
                </a:solidFill>
              </a:defRPr>
            </a:lvl5pPr>
            <a:lvl6pPr lvl="5">
              <a:lnSpc>
                <a:spcPct val="90000"/>
              </a:lnSpc>
              <a:spcBef>
                <a:spcPts val="0"/>
              </a:spcBef>
              <a:spcAft>
                <a:spcPts val="0"/>
              </a:spcAft>
              <a:buNone/>
              <a:defRPr sz="6200">
                <a:solidFill>
                  <a:schemeClr val="dk1"/>
                </a:solidFill>
              </a:defRPr>
            </a:lvl6pPr>
            <a:lvl7pPr lvl="6">
              <a:lnSpc>
                <a:spcPct val="90000"/>
              </a:lnSpc>
              <a:spcBef>
                <a:spcPts val="0"/>
              </a:spcBef>
              <a:spcAft>
                <a:spcPts val="0"/>
              </a:spcAft>
              <a:buNone/>
              <a:defRPr sz="6200">
                <a:solidFill>
                  <a:schemeClr val="dk1"/>
                </a:solidFill>
              </a:defRPr>
            </a:lvl7pPr>
            <a:lvl8pPr lvl="7">
              <a:lnSpc>
                <a:spcPct val="90000"/>
              </a:lnSpc>
              <a:spcBef>
                <a:spcPts val="0"/>
              </a:spcBef>
              <a:spcAft>
                <a:spcPts val="0"/>
              </a:spcAft>
              <a:buNone/>
              <a:defRPr sz="6200">
                <a:solidFill>
                  <a:schemeClr val="dk1"/>
                </a:solidFill>
              </a:defRPr>
            </a:lvl8pPr>
            <a:lvl9pPr lvl="8">
              <a:lnSpc>
                <a:spcPct val="90000"/>
              </a:lnSpc>
              <a:spcBef>
                <a:spcPts val="0"/>
              </a:spcBef>
              <a:spcAft>
                <a:spcPts val="0"/>
              </a:spcAft>
              <a:buNone/>
              <a:defRPr sz="6200">
                <a:solidFill>
                  <a:schemeClr val="dk1"/>
                </a:solidFill>
              </a:defRPr>
            </a:lvl9pPr>
          </a:lstStyle>
          <a:p/>
        </p:txBody>
      </p:sp>
      <p:sp>
        <p:nvSpPr>
          <p:cNvPr id="231" name="Google Shape;231;p30"/>
          <p:cNvSpPr txBox="1"/>
          <p:nvPr>
            <p:ph idx="3" type="title"/>
          </p:nvPr>
        </p:nvSpPr>
        <p:spPr>
          <a:xfrm>
            <a:off x="5796575" y="507450"/>
            <a:ext cx="9895200" cy="7104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6200"/>
            </a:lvl1pPr>
            <a:lvl2pPr lvl="1">
              <a:lnSpc>
                <a:spcPct val="90000"/>
              </a:lnSpc>
              <a:spcBef>
                <a:spcPts val="0"/>
              </a:spcBef>
              <a:spcAft>
                <a:spcPts val="0"/>
              </a:spcAft>
              <a:buNone/>
              <a:defRPr sz="6200"/>
            </a:lvl2pPr>
            <a:lvl3pPr lvl="2">
              <a:lnSpc>
                <a:spcPct val="90000"/>
              </a:lnSpc>
              <a:spcBef>
                <a:spcPts val="0"/>
              </a:spcBef>
              <a:spcAft>
                <a:spcPts val="0"/>
              </a:spcAft>
              <a:buNone/>
              <a:defRPr sz="6200"/>
            </a:lvl3pPr>
            <a:lvl4pPr lvl="3">
              <a:lnSpc>
                <a:spcPct val="90000"/>
              </a:lnSpc>
              <a:spcBef>
                <a:spcPts val="0"/>
              </a:spcBef>
              <a:spcAft>
                <a:spcPts val="0"/>
              </a:spcAft>
              <a:buNone/>
              <a:defRPr sz="6200"/>
            </a:lvl4pPr>
            <a:lvl5pPr lvl="4">
              <a:lnSpc>
                <a:spcPct val="90000"/>
              </a:lnSpc>
              <a:spcBef>
                <a:spcPts val="0"/>
              </a:spcBef>
              <a:spcAft>
                <a:spcPts val="0"/>
              </a:spcAft>
              <a:buNone/>
              <a:defRPr sz="6200"/>
            </a:lvl5pPr>
            <a:lvl6pPr lvl="5">
              <a:lnSpc>
                <a:spcPct val="90000"/>
              </a:lnSpc>
              <a:spcBef>
                <a:spcPts val="0"/>
              </a:spcBef>
              <a:spcAft>
                <a:spcPts val="0"/>
              </a:spcAft>
              <a:buNone/>
              <a:defRPr sz="6200"/>
            </a:lvl6pPr>
            <a:lvl7pPr lvl="6">
              <a:lnSpc>
                <a:spcPct val="90000"/>
              </a:lnSpc>
              <a:spcBef>
                <a:spcPts val="0"/>
              </a:spcBef>
              <a:spcAft>
                <a:spcPts val="0"/>
              </a:spcAft>
              <a:buNone/>
              <a:defRPr sz="6200"/>
            </a:lvl7pPr>
            <a:lvl8pPr lvl="7">
              <a:lnSpc>
                <a:spcPct val="90000"/>
              </a:lnSpc>
              <a:spcBef>
                <a:spcPts val="0"/>
              </a:spcBef>
              <a:spcAft>
                <a:spcPts val="0"/>
              </a:spcAft>
              <a:buNone/>
              <a:defRPr sz="6200"/>
            </a:lvl8pPr>
            <a:lvl9pPr lvl="8">
              <a:lnSpc>
                <a:spcPct val="90000"/>
              </a:lnSpc>
              <a:spcBef>
                <a:spcPts val="0"/>
              </a:spcBef>
              <a:spcAft>
                <a:spcPts val="0"/>
              </a:spcAft>
              <a:buNone/>
              <a:defRPr sz="6200"/>
            </a:lvl9pPr>
          </a:lstStyle>
          <a:p/>
        </p:txBody>
      </p:sp>
      <p:sp>
        <p:nvSpPr>
          <p:cNvPr id="232" name="Google Shape;232;p30"/>
          <p:cNvSpPr txBox="1"/>
          <p:nvPr>
            <p:ph idx="4" type="subTitle"/>
          </p:nvPr>
        </p:nvSpPr>
        <p:spPr>
          <a:xfrm>
            <a:off x="5712600" y="4290612"/>
            <a:ext cx="2613300" cy="543900"/>
          </a:xfrm>
          <a:prstGeom prst="rect">
            <a:avLst/>
          </a:prstGeom>
        </p:spPr>
        <p:txBody>
          <a:bodyPr anchorCtr="0" anchor="b" bIns="0" lIns="0" spcFirstLastPara="1" rIns="0" wrap="square" tIns="0">
            <a:noAutofit/>
          </a:bodyPr>
          <a:lstStyle>
            <a:lvl1pPr lvl="0">
              <a:spcBef>
                <a:spcPts val="0"/>
              </a:spcBef>
              <a:spcAft>
                <a:spcPts val="0"/>
              </a:spcAft>
              <a:buSzPts val="1000"/>
              <a:buFont typeface="DM Sans"/>
              <a:buNone/>
              <a:defRPr sz="1000">
                <a:latin typeface="DM Sans"/>
                <a:ea typeface="DM Sans"/>
                <a:cs typeface="DM Sans"/>
                <a:sym typeface="DM Sans"/>
              </a:defRPr>
            </a:lvl1pPr>
            <a:lvl2pPr lvl="1">
              <a:spcBef>
                <a:spcPts val="0"/>
              </a:spcBef>
              <a:spcAft>
                <a:spcPts val="0"/>
              </a:spcAft>
              <a:buSzPts val="1400"/>
              <a:buFont typeface="DM Sans"/>
              <a:buNone/>
              <a:defRPr>
                <a:latin typeface="DM Sans"/>
                <a:ea typeface="DM Sans"/>
                <a:cs typeface="DM Sans"/>
                <a:sym typeface="DM Sans"/>
              </a:defRPr>
            </a:lvl2pPr>
            <a:lvl3pPr lvl="2">
              <a:spcBef>
                <a:spcPts val="0"/>
              </a:spcBef>
              <a:spcAft>
                <a:spcPts val="0"/>
              </a:spcAft>
              <a:buSzPts val="1400"/>
              <a:buFont typeface="DM Sans"/>
              <a:buNone/>
              <a:defRPr>
                <a:latin typeface="DM Sans"/>
                <a:ea typeface="DM Sans"/>
                <a:cs typeface="DM Sans"/>
                <a:sym typeface="DM Sans"/>
              </a:defRPr>
            </a:lvl3pPr>
            <a:lvl4pPr lvl="3">
              <a:spcBef>
                <a:spcPts val="0"/>
              </a:spcBef>
              <a:spcAft>
                <a:spcPts val="0"/>
              </a:spcAft>
              <a:buSzPts val="1400"/>
              <a:buFont typeface="DM Sans"/>
              <a:buNone/>
              <a:defRPr>
                <a:latin typeface="DM Sans"/>
                <a:ea typeface="DM Sans"/>
                <a:cs typeface="DM Sans"/>
                <a:sym typeface="DM Sans"/>
              </a:defRPr>
            </a:lvl4pPr>
            <a:lvl5pPr lvl="4">
              <a:spcBef>
                <a:spcPts val="0"/>
              </a:spcBef>
              <a:spcAft>
                <a:spcPts val="0"/>
              </a:spcAft>
              <a:buSzPts val="1400"/>
              <a:buFont typeface="DM Sans"/>
              <a:buNone/>
              <a:defRPr>
                <a:latin typeface="DM Sans"/>
                <a:ea typeface="DM Sans"/>
                <a:cs typeface="DM Sans"/>
                <a:sym typeface="DM Sans"/>
              </a:defRPr>
            </a:lvl5pPr>
            <a:lvl6pPr lvl="5">
              <a:spcBef>
                <a:spcPts val="0"/>
              </a:spcBef>
              <a:spcAft>
                <a:spcPts val="0"/>
              </a:spcAft>
              <a:buSzPts val="1400"/>
              <a:buFont typeface="DM Sans"/>
              <a:buNone/>
              <a:defRPr>
                <a:latin typeface="DM Sans"/>
                <a:ea typeface="DM Sans"/>
                <a:cs typeface="DM Sans"/>
                <a:sym typeface="DM Sans"/>
              </a:defRPr>
            </a:lvl6pPr>
            <a:lvl7pPr lvl="6">
              <a:spcBef>
                <a:spcPts val="0"/>
              </a:spcBef>
              <a:spcAft>
                <a:spcPts val="0"/>
              </a:spcAft>
              <a:buSzPts val="1400"/>
              <a:buFont typeface="DM Sans"/>
              <a:buNone/>
              <a:defRPr>
                <a:latin typeface="DM Sans"/>
                <a:ea typeface="DM Sans"/>
                <a:cs typeface="DM Sans"/>
                <a:sym typeface="DM Sans"/>
              </a:defRPr>
            </a:lvl7pPr>
            <a:lvl8pPr lvl="7">
              <a:spcBef>
                <a:spcPts val="0"/>
              </a:spcBef>
              <a:spcAft>
                <a:spcPts val="0"/>
              </a:spcAft>
              <a:buSzPts val="1400"/>
              <a:buFont typeface="DM Sans"/>
              <a:buNone/>
              <a:defRPr>
                <a:latin typeface="DM Sans"/>
                <a:ea typeface="DM Sans"/>
                <a:cs typeface="DM Sans"/>
                <a:sym typeface="DM Sans"/>
              </a:defRPr>
            </a:lvl8pPr>
            <a:lvl9pPr lvl="8">
              <a:spcBef>
                <a:spcPts val="0"/>
              </a:spcBef>
              <a:spcAft>
                <a:spcPts val="0"/>
              </a:spcAft>
              <a:buSzPts val="1400"/>
              <a:buFont typeface="DM Sans"/>
              <a:buNone/>
              <a:defRPr>
                <a:latin typeface="DM Sans"/>
                <a:ea typeface="DM Sans"/>
                <a:cs typeface="DM Sans"/>
                <a:sym typeface="DM Sans"/>
              </a:defRPr>
            </a:lvl9pPr>
          </a:lstStyle>
          <a:p/>
        </p:txBody>
      </p:sp>
      <p:sp>
        <p:nvSpPr>
          <p:cNvPr id="233" name="Google Shape;233;p30"/>
          <p:cNvSpPr txBox="1"/>
          <p:nvPr>
            <p:ph idx="5" type="subTitle"/>
          </p:nvPr>
        </p:nvSpPr>
        <p:spPr>
          <a:xfrm>
            <a:off x="5712600" y="3243901"/>
            <a:ext cx="2613300" cy="432300"/>
          </a:xfrm>
          <a:prstGeom prst="rect">
            <a:avLst/>
          </a:prstGeom>
        </p:spPr>
        <p:txBody>
          <a:bodyPr anchorCtr="0" anchor="b" bIns="0" lIns="0" spcFirstLastPara="1" rIns="0" wrap="square" tIns="0">
            <a:noAutofit/>
          </a:bodyPr>
          <a:lstStyle>
            <a:lvl1pPr lvl="0">
              <a:spcBef>
                <a:spcPts val="0"/>
              </a:spcBef>
              <a:spcAft>
                <a:spcPts val="0"/>
              </a:spcAft>
              <a:buClr>
                <a:schemeClr val="dk1"/>
              </a:buClr>
              <a:buSzPts val="1000"/>
              <a:buFont typeface="DM Sans"/>
              <a:buNone/>
              <a:defRPr sz="1000">
                <a:solidFill>
                  <a:schemeClr val="dk1"/>
                </a:solidFill>
                <a:latin typeface="DM Sans"/>
                <a:ea typeface="DM Sans"/>
                <a:cs typeface="DM Sans"/>
                <a:sym typeface="DM Sans"/>
              </a:defRPr>
            </a:lvl1pPr>
            <a:lvl2pPr lvl="1">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2pPr>
            <a:lvl3pPr lvl="2">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3pPr>
            <a:lvl4pPr lvl="3">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4pPr>
            <a:lvl5pPr lvl="4">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5pPr>
            <a:lvl6pPr lvl="5">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6pPr>
            <a:lvl7pPr lvl="6">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7pPr>
            <a:lvl8pPr lvl="7">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8pPr>
            <a:lvl9pPr lvl="8">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9pPr>
          </a:lstStyle>
          <a:p/>
        </p:txBody>
      </p:sp>
      <p:sp>
        <p:nvSpPr>
          <p:cNvPr id="234" name="Google Shape;234;p30"/>
          <p:cNvSpPr txBox="1"/>
          <p:nvPr>
            <p:ph idx="6" type="subTitle"/>
          </p:nvPr>
        </p:nvSpPr>
        <p:spPr>
          <a:xfrm>
            <a:off x="5712600" y="1318375"/>
            <a:ext cx="2613300" cy="483000"/>
          </a:xfrm>
          <a:prstGeom prst="rect">
            <a:avLst/>
          </a:prstGeom>
        </p:spPr>
        <p:txBody>
          <a:bodyPr anchorCtr="0" anchor="b" bIns="0" lIns="0" spcFirstLastPara="1" rIns="0" wrap="square" tIns="0">
            <a:noAutofit/>
          </a:bodyPr>
          <a:lstStyle>
            <a:lvl1pPr lvl="0">
              <a:spcBef>
                <a:spcPts val="0"/>
              </a:spcBef>
              <a:spcAft>
                <a:spcPts val="0"/>
              </a:spcAft>
              <a:buSzPts val="1000"/>
              <a:buFont typeface="DM Sans"/>
              <a:buNone/>
              <a:defRPr sz="1000">
                <a:latin typeface="DM Sans"/>
                <a:ea typeface="DM Sans"/>
                <a:cs typeface="DM Sans"/>
                <a:sym typeface="DM Sans"/>
              </a:defRPr>
            </a:lvl1pPr>
            <a:lvl2pPr lvl="1">
              <a:spcBef>
                <a:spcPts val="0"/>
              </a:spcBef>
              <a:spcAft>
                <a:spcPts val="0"/>
              </a:spcAft>
              <a:buSzPts val="1400"/>
              <a:buFont typeface="DM Sans"/>
              <a:buNone/>
              <a:defRPr>
                <a:latin typeface="DM Sans"/>
                <a:ea typeface="DM Sans"/>
                <a:cs typeface="DM Sans"/>
                <a:sym typeface="DM Sans"/>
              </a:defRPr>
            </a:lvl2pPr>
            <a:lvl3pPr lvl="2">
              <a:spcBef>
                <a:spcPts val="0"/>
              </a:spcBef>
              <a:spcAft>
                <a:spcPts val="0"/>
              </a:spcAft>
              <a:buSzPts val="1400"/>
              <a:buFont typeface="DM Sans"/>
              <a:buNone/>
              <a:defRPr>
                <a:latin typeface="DM Sans"/>
                <a:ea typeface="DM Sans"/>
                <a:cs typeface="DM Sans"/>
                <a:sym typeface="DM Sans"/>
              </a:defRPr>
            </a:lvl3pPr>
            <a:lvl4pPr lvl="3">
              <a:spcBef>
                <a:spcPts val="0"/>
              </a:spcBef>
              <a:spcAft>
                <a:spcPts val="0"/>
              </a:spcAft>
              <a:buSzPts val="1400"/>
              <a:buFont typeface="DM Sans"/>
              <a:buNone/>
              <a:defRPr>
                <a:latin typeface="DM Sans"/>
                <a:ea typeface="DM Sans"/>
                <a:cs typeface="DM Sans"/>
                <a:sym typeface="DM Sans"/>
              </a:defRPr>
            </a:lvl4pPr>
            <a:lvl5pPr lvl="4">
              <a:spcBef>
                <a:spcPts val="0"/>
              </a:spcBef>
              <a:spcAft>
                <a:spcPts val="0"/>
              </a:spcAft>
              <a:buSzPts val="1400"/>
              <a:buFont typeface="DM Sans"/>
              <a:buNone/>
              <a:defRPr>
                <a:latin typeface="DM Sans"/>
                <a:ea typeface="DM Sans"/>
                <a:cs typeface="DM Sans"/>
                <a:sym typeface="DM Sans"/>
              </a:defRPr>
            </a:lvl5pPr>
            <a:lvl6pPr lvl="5">
              <a:spcBef>
                <a:spcPts val="0"/>
              </a:spcBef>
              <a:spcAft>
                <a:spcPts val="0"/>
              </a:spcAft>
              <a:buSzPts val="1400"/>
              <a:buFont typeface="DM Sans"/>
              <a:buNone/>
              <a:defRPr>
                <a:latin typeface="DM Sans"/>
                <a:ea typeface="DM Sans"/>
                <a:cs typeface="DM Sans"/>
                <a:sym typeface="DM Sans"/>
              </a:defRPr>
            </a:lvl6pPr>
            <a:lvl7pPr lvl="6">
              <a:spcBef>
                <a:spcPts val="0"/>
              </a:spcBef>
              <a:spcAft>
                <a:spcPts val="0"/>
              </a:spcAft>
              <a:buSzPts val="1400"/>
              <a:buFont typeface="DM Sans"/>
              <a:buNone/>
              <a:defRPr>
                <a:latin typeface="DM Sans"/>
                <a:ea typeface="DM Sans"/>
                <a:cs typeface="DM Sans"/>
                <a:sym typeface="DM Sans"/>
              </a:defRPr>
            </a:lvl7pPr>
            <a:lvl8pPr lvl="7">
              <a:spcBef>
                <a:spcPts val="0"/>
              </a:spcBef>
              <a:spcAft>
                <a:spcPts val="0"/>
              </a:spcAft>
              <a:buSzPts val="1400"/>
              <a:buFont typeface="DM Sans"/>
              <a:buNone/>
              <a:defRPr>
                <a:latin typeface="DM Sans"/>
                <a:ea typeface="DM Sans"/>
                <a:cs typeface="DM Sans"/>
                <a:sym typeface="DM Sans"/>
              </a:defRPr>
            </a:lvl8pPr>
            <a:lvl9pPr lvl="8">
              <a:spcBef>
                <a:spcPts val="0"/>
              </a:spcBef>
              <a:spcAft>
                <a:spcPts val="0"/>
              </a:spcAft>
              <a:buSzPts val="1400"/>
              <a:buFont typeface="DM Sans"/>
              <a:buNone/>
              <a:defRPr>
                <a:latin typeface="DM Sans"/>
                <a:ea typeface="DM Sans"/>
                <a:cs typeface="DM Sans"/>
                <a:sym typeface="DM Sans"/>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modules">
  <p:cSld name="CUSTOM_1_1_1">
    <p:spTree>
      <p:nvGrpSpPr>
        <p:cNvPr id="235" name="Shape 235"/>
        <p:cNvGrpSpPr/>
        <p:nvPr/>
      </p:nvGrpSpPr>
      <p:grpSpPr>
        <a:xfrm>
          <a:off x="0" y="0"/>
          <a:ext cx="0" cy="0"/>
          <a:chOff x="0" y="0"/>
          <a:chExt cx="0" cy="0"/>
        </a:xfrm>
      </p:grpSpPr>
      <p:sp>
        <p:nvSpPr>
          <p:cNvPr id="236" name="Google Shape;236;p31"/>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7" name="Google Shape;237;p31"/>
          <p:cNvSpPr txBox="1"/>
          <p:nvPr>
            <p:ph idx="2" type="subTitle"/>
          </p:nvPr>
        </p:nvSpPr>
        <p:spPr>
          <a:xfrm>
            <a:off x="361975" y="732775"/>
            <a:ext cx="3860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8" name="Google Shape;238;p31"/>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39" name="Google Shape;239;p31"/>
          <p:cNvSpPr txBox="1"/>
          <p:nvPr>
            <p:ph type="title"/>
          </p:nvPr>
        </p:nvSpPr>
        <p:spPr>
          <a:xfrm>
            <a:off x="361975" y="988557"/>
            <a:ext cx="50184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lvl1pPr>
            <a:lvl2pPr lvl="1">
              <a:lnSpc>
                <a:spcPct val="90000"/>
              </a:lnSpc>
              <a:spcBef>
                <a:spcPts val="0"/>
              </a:spcBef>
              <a:spcAft>
                <a:spcPts val="0"/>
              </a:spcAft>
              <a:buNone/>
              <a:defRPr sz="2200"/>
            </a:lvl2pPr>
            <a:lvl3pPr lvl="2">
              <a:lnSpc>
                <a:spcPct val="90000"/>
              </a:lnSpc>
              <a:spcBef>
                <a:spcPts val="0"/>
              </a:spcBef>
              <a:spcAft>
                <a:spcPts val="0"/>
              </a:spcAft>
              <a:buNone/>
              <a:defRPr sz="2200"/>
            </a:lvl3pPr>
            <a:lvl4pPr lvl="3">
              <a:lnSpc>
                <a:spcPct val="90000"/>
              </a:lnSpc>
              <a:spcBef>
                <a:spcPts val="0"/>
              </a:spcBef>
              <a:spcAft>
                <a:spcPts val="0"/>
              </a:spcAft>
              <a:buNone/>
              <a:defRPr sz="2200"/>
            </a:lvl4pPr>
            <a:lvl5pPr lvl="4">
              <a:lnSpc>
                <a:spcPct val="90000"/>
              </a:lnSpc>
              <a:spcBef>
                <a:spcPts val="0"/>
              </a:spcBef>
              <a:spcAft>
                <a:spcPts val="0"/>
              </a:spcAft>
              <a:buNone/>
              <a:defRPr sz="2200"/>
            </a:lvl5pPr>
            <a:lvl6pPr lvl="5">
              <a:lnSpc>
                <a:spcPct val="90000"/>
              </a:lnSpc>
              <a:spcBef>
                <a:spcPts val="0"/>
              </a:spcBef>
              <a:spcAft>
                <a:spcPts val="0"/>
              </a:spcAft>
              <a:buNone/>
              <a:defRPr sz="2200"/>
            </a:lvl6pPr>
            <a:lvl7pPr lvl="6">
              <a:lnSpc>
                <a:spcPct val="90000"/>
              </a:lnSpc>
              <a:spcBef>
                <a:spcPts val="0"/>
              </a:spcBef>
              <a:spcAft>
                <a:spcPts val="0"/>
              </a:spcAft>
              <a:buNone/>
              <a:defRPr sz="2200"/>
            </a:lvl7pPr>
            <a:lvl8pPr lvl="7">
              <a:lnSpc>
                <a:spcPct val="90000"/>
              </a:lnSpc>
              <a:spcBef>
                <a:spcPts val="0"/>
              </a:spcBef>
              <a:spcAft>
                <a:spcPts val="0"/>
              </a:spcAft>
              <a:buNone/>
              <a:defRPr sz="2200"/>
            </a:lvl8pPr>
            <a:lvl9pPr lvl="8">
              <a:lnSpc>
                <a:spcPct val="90000"/>
              </a:lnSpc>
              <a:spcBef>
                <a:spcPts val="0"/>
              </a:spcBef>
              <a:spcAft>
                <a:spcPts val="0"/>
              </a:spcAft>
              <a:buNone/>
              <a:defRPr sz="22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with image - Alt 1">
  <p:cSld name="CUSTOM_2">
    <p:spTree>
      <p:nvGrpSpPr>
        <p:cNvPr id="240" name="Shape 240"/>
        <p:cNvGrpSpPr/>
        <p:nvPr/>
      </p:nvGrpSpPr>
      <p:grpSpPr>
        <a:xfrm>
          <a:off x="0" y="0"/>
          <a:ext cx="0" cy="0"/>
          <a:chOff x="0" y="0"/>
          <a:chExt cx="0" cy="0"/>
        </a:xfrm>
      </p:grpSpPr>
      <p:sp>
        <p:nvSpPr>
          <p:cNvPr id="241" name="Google Shape;241;p32"/>
          <p:cNvSpPr/>
          <p:nvPr>
            <p:ph idx="2" type="pic"/>
          </p:nvPr>
        </p:nvSpPr>
        <p:spPr>
          <a:xfrm>
            <a:off x="6289075" y="1793300"/>
            <a:ext cx="2853300" cy="3350400"/>
          </a:xfrm>
          <a:prstGeom prst="rect">
            <a:avLst/>
          </a:prstGeom>
          <a:noFill/>
          <a:ln>
            <a:noFill/>
          </a:ln>
        </p:spPr>
      </p:sp>
      <p:sp>
        <p:nvSpPr>
          <p:cNvPr id="242" name="Google Shape;242;p32"/>
          <p:cNvSpPr/>
          <p:nvPr/>
        </p:nvSpPr>
        <p:spPr>
          <a:xfrm>
            <a:off x="6289085" y="0"/>
            <a:ext cx="2853300" cy="1793100"/>
          </a:xfrm>
          <a:prstGeom prst="roundRect">
            <a:avLst>
              <a:gd fmla="val 0" name="adj"/>
            </a:avLst>
          </a:prstGeom>
          <a:solidFill>
            <a:schemeClr val="accen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accent1"/>
              </a:solidFill>
              <a:latin typeface="DM Sans"/>
              <a:ea typeface="DM Sans"/>
              <a:cs typeface="DM Sans"/>
              <a:sym typeface="DM Sans"/>
            </a:endParaRPr>
          </a:p>
        </p:txBody>
      </p:sp>
      <p:sp>
        <p:nvSpPr>
          <p:cNvPr id="243" name="Google Shape;243;p32"/>
          <p:cNvSpPr txBox="1"/>
          <p:nvPr>
            <p:ph type="title"/>
          </p:nvPr>
        </p:nvSpPr>
        <p:spPr>
          <a:xfrm>
            <a:off x="361975" y="988550"/>
            <a:ext cx="5356800" cy="2255400"/>
          </a:xfrm>
          <a:prstGeom prst="rect">
            <a:avLst/>
          </a:prstGeom>
        </p:spPr>
        <p:txBody>
          <a:bodyPr anchorCtr="0" anchor="t" bIns="0" lIns="0" spcFirstLastPara="1" rIns="0" wrap="square" tIns="0">
            <a:noAutofit/>
          </a:bodyPr>
          <a:lstStyle>
            <a:lvl1pPr lvl="0">
              <a:spcBef>
                <a:spcPts val="0"/>
              </a:spcBef>
              <a:spcAft>
                <a:spcPts val="0"/>
              </a:spcAft>
              <a:buNone/>
              <a:defRPr sz="2200"/>
            </a:lvl1pPr>
            <a:lvl2pPr lvl="1">
              <a:spcBef>
                <a:spcPts val="0"/>
              </a:spcBef>
              <a:spcAft>
                <a:spcPts val="0"/>
              </a:spcAft>
              <a:buNone/>
              <a:defRPr sz="2200"/>
            </a:lvl2pPr>
            <a:lvl3pPr lvl="2">
              <a:spcBef>
                <a:spcPts val="0"/>
              </a:spcBef>
              <a:spcAft>
                <a:spcPts val="0"/>
              </a:spcAft>
              <a:buNone/>
              <a:defRPr sz="2200"/>
            </a:lvl3pPr>
            <a:lvl4pPr lvl="3">
              <a:spcBef>
                <a:spcPts val="0"/>
              </a:spcBef>
              <a:spcAft>
                <a:spcPts val="0"/>
              </a:spcAft>
              <a:buNone/>
              <a:defRPr sz="2200"/>
            </a:lvl4pPr>
            <a:lvl5pPr lvl="4">
              <a:spcBef>
                <a:spcPts val="0"/>
              </a:spcBef>
              <a:spcAft>
                <a:spcPts val="0"/>
              </a:spcAft>
              <a:buNone/>
              <a:defRPr sz="2200"/>
            </a:lvl5pPr>
            <a:lvl6pPr lvl="5">
              <a:spcBef>
                <a:spcPts val="0"/>
              </a:spcBef>
              <a:spcAft>
                <a:spcPts val="0"/>
              </a:spcAft>
              <a:buNone/>
              <a:defRPr sz="2200"/>
            </a:lvl6pPr>
            <a:lvl7pPr lvl="6">
              <a:spcBef>
                <a:spcPts val="0"/>
              </a:spcBef>
              <a:spcAft>
                <a:spcPts val="0"/>
              </a:spcAft>
              <a:buNone/>
              <a:defRPr sz="2200"/>
            </a:lvl7pPr>
            <a:lvl8pPr lvl="7">
              <a:spcBef>
                <a:spcPts val="0"/>
              </a:spcBef>
              <a:spcAft>
                <a:spcPts val="0"/>
              </a:spcAft>
              <a:buNone/>
              <a:defRPr sz="2200"/>
            </a:lvl8pPr>
            <a:lvl9pPr lvl="8">
              <a:spcBef>
                <a:spcPts val="0"/>
              </a:spcBef>
              <a:spcAft>
                <a:spcPts val="0"/>
              </a:spcAft>
              <a:buNone/>
              <a:defRPr sz="2200"/>
            </a:lvl9pPr>
          </a:lstStyle>
          <a:p/>
        </p:txBody>
      </p:sp>
      <p:sp>
        <p:nvSpPr>
          <p:cNvPr id="244" name="Google Shape;244;p32"/>
          <p:cNvSpPr txBox="1"/>
          <p:nvPr>
            <p:ph idx="1" type="body"/>
          </p:nvPr>
        </p:nvSpPr>
        <p:spPr>
          <a:xfrm>
            <a:off x="361975" y="3541582"/>
            <a:ext cx="3777000" cy="1044300"/>
          </a:xfrm>
          <a:prstGeom prst="rect">
            <a:avLst/>
          </a:prstGeom>
        </p:spPr>
        <p:txBody>
          <a:bodyPr anchorCtr="0" anchor="b"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245" name="Google Shape;245;p32"/>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46" name="Google Shape;246;p32"/>
          <p:cNvSpPr txBox="1"/>
          <p:nvPr>
            <p:ph idx="3"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with image - Alt 2">
  <p:cSld name="CUSTOM_2_1">
    <p:spTree>
      <p:nvGrpSpPr>
        <p:cNvPr id="247" name="Shape 247"/>
        <p:cNvGrpSpPr/>
        <p:nvPr/>
      </p:nvGrpSpPr>
      <p:grpSpPr>
        <a:xfrm>
          <a:off x="0" y="0"/>
          <a:ext cx="0" cy="0"/>
          <a:chOff x="0" y="0"/>
          <a:chExt cx="0" cy="0"/>
        </a:xfrm>
      </p:grpSpPr>
      <p:sp>
        <p:nvSpPr>
          <p:cNvPr id="248" name="Google Shape;248;p33"/>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49" name="Google Shape;249;p33"/>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0" name="Google Shape;250;p33"/>
          <p:cNvSpPr txBox="1"/>
          <p:nvPr>
            <p:ph idx="2" type="body"/>
          </p:nvPr>
        </p:nvSpPr>
        <p:spPr>
          <a:xfrm>
            <a:off x="1957800" y="4195275"/>
            <a:ext cx="5228400" cy="390600"/>
          </a:xfrm>
          <a:prstGeom prst="rect">
            <a:avLst/>
          </a:prstGeom>
        </p:spPr>
        <p:txBody>
          <a:bodyPr anchorCtr="0" anchor="b" bIns="0" lIns="0" spcFirstLastPara="1" rIns="0" wrap="square" tIns="0">
            <a:noAutofit/>
          </a:bodyPr>
          <a:lstStyle>
            <a:lvl1pPr indent="-292100" lvl="0" marL="457200" algn="ctr">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lgn="ctr">
              <a:spcBef>
                <a:spcPts val="80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lgn="ctr">
              <a:spcBef>
                <a:spcPts val="800"/>
              </a:spcBef>
              <a:spcAft>
                <a:spcPts val="80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251" name="Google Shape;251;p33"/>
          <p:cNvSpPr txBox="1"/>
          <p:nvPr>
            <p:ph idx="3" type="subTitle"/>
          </p:nvPr>
        </p:nvSpPr>
        <p:spPr>
          <a:xfrm>
            <a:off x="2490450" y="732775"/>
            <a:ext cx="4163100" cy="138600"/>
          </a:xfrm>
          <a:prstGeom prst="rect">
            <a:avLst/>
          </a:prstGeom>
        </p:spPr>
        <p:txBody>
          <a:bodyPr anchorCtr="0" anchor="b" bIns="0" lIns="0" spcFirstLastPara="1" rIns="0" wrap="square" tIns="0">
            <a:spAutoFit/>
          </a:bodyPr>
          <a:lstStyle>
            <a:lvl1pPr lvl="0" algn="ctr">
              <a:spcBef>
                <a:spcPts val="0"/>
              </a:spcBef>
              <a:spcAft>
                <a:spcPts val="0"/>
              </a:spcAft>
              <a:buSzPts val="1000"/>
              <a:buFont typeface="DM Sans Light"/>
              <a:buNone/>
              <a:defRPr sz="1000">
                <a:latin typeface="DM Sans Light"/>
                <a:ea typeface="DM Sans Light"/>
                <a:cs typeface="DM Sans Light"/>
                <a:sym typeface="DM Sans Light"/>
              </a:defRPr>
            </a:lvl1pPr>
            <a:lvl2pPr lvl="1" algn="ctr">
              <a:spcBef>
                <a:spcPts val="0"/>
              </a:spcBef>
              <a:spcAft>
                <a:spcPts val="0"/>
              </a:spcAft>
              <a:buSzPts val="1400"/>
              <a:buFont typeface="DM Sans Light"/>
              <a:buNone/>
              <a:defRPr>
                <a:latin typeface="DM Sans Light"/>
                <a:ea typeface="DM Sans Light"/>
                <a:cs typeface="DM Sans Light"/>
                <a:sym typeface="DM Sans Light"/>
              </a:defRPr>
            </a:lvl2pPr>
            <a:lvl3pPr lvl="2" algn="ctr">
              <a:spcBef>
                <a:spcPts val="0"/>
              </a:spcBef>
              <a:spcAft>
                <a:spcPts val="0"/>
              </a:spcAft>
              <a:buSzPts val="1400"/>
              <a:buFont typeface="DM Sans Light"/>
              <a:buNone/>
              <a:defRPr>
                <a:latin typeface="DM Sans Light"/>
                <a:ea typeface="DM Sans Light"/>
                <a:cs typeface="DM Sans Light"/>
                <a:sym typeface="DM Sans Light"/>
              </a:defRPr>
            </a:lvl3pPr>
            <a:lvl4pPr lvl="3" algn="ctr">
              <a:spcBef>
                <a:spcPts val="0"/>
              </a:spcBef>
              <a:spcAft>
                <a:spcPts val="0"/>
              </a:spcAft>
              <a:buSzPts val="1400"/>
              <a:buFont typeface="DM Sans Light"/>
              <a:buNone/>
              <a:defRPr>
                <a:latin typeface="DM Sans Light"/>
                <a:ea typeface="DM Sans Light"/>
                <a:cs typeface="DM Sans Light"/>
                <a:sym typeface="DM Sans Light"/>
              </a:defRPr>
            </a:lvl4pPr>
            <a:lvl5pPr lvl="4" algn="ctr">
              <a:spcBef>
                <a:spcPts val="0"/>
              </a:spcBef>
              <a:spcAft>
                <a:spcPts val="0"/>
              </a:spcAft>
              <a:buSzPts val="1400"/>
              <a:buFont typeface="DM Sans Light"/>
              <a:buNone/>
              <a:defRPr>
                <a:latin typeface="DM Sans Light"/>
                <a:ea typeface="DM Sans Light"/>
                <a:cs typeface="DM Sans Light"/>
                <a:sym typeface="DM Sans Light"/>
              </a:defRPr>
            </a:lvl5pPr>
            <a:lvl6pPr lvl="5" algn="ctr">
              <a:spcBef>
                <a:spcPts val="0"/>
              </a:spcBef>
              <a:spcAft>
                <a:spcPts val="0"/>
              </a:spcAft>
              <a:buSzPts val="1400"/>
              <a:buFont typeface="DM Sans Light"/>
              <a:buNone/>
              <a:defRPr>
                <a:latin typeface="DM Sans Light"/>
                <a:ea typeface="DM Sans Light"/>
                <a:cs typeface="DM Sans Light"/>
                <a:sym typeface="DM Sans Light"/>
              </a:defRPr>
            </a:lvl6pPr>
            <a:lvl7pPr lvl="6" algn="ctr">
              <a:spcBef>
                <a:spcPts val="0"/>
              </a:spcBef>
              <a:spcAft>
                <a:spcPts val="0"/>
              </a:spcAft>
              <a:buSzPts val="1400"/>
              <a:buFont typeface="DM Sans Light"/>
              <a:buNone/>
              <a:defRPr>
                <a:latin typeface="DM Sans Light"/>
                <a:ea typeface="DM Sans Light"/>
                <a:cs typeface="DM Sans Light"/>
                <a:sym typeface="DM Sans Light"/>
              </a:defRPr>
            </a:lvl7pPr>
            <a:lvl8pPr lvl="7" algn="ctr">
              <a:spcBef>
                <a:spcPts val="0"/>
              </a:spcBef>
              <a:spcAft>
                <a:spcPts val="0"/>
              </a:spcAft>
              <a:buSzPts val="1400"/>
              <a:buFont typeface="DM Sans Light"/>
              <a:buNone/>
              <a:defRPr>
                <a:latin typeface="DM Sans Light"/>
                <a:ea typeface="DM Sans Light"/>
                <a:cs typeface="DM Sans Light"/>
                <a:sym typeface="DM Sans Light"/>
              </a:defRPr>
            </a:lvl8pPr>
            <a:lvl9pPr lvl="8" algn="ctr">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252" name="Google Shape;252;p33"/>
          <p:cNvSpPr txBox="1"/>
          <p:nvPr>
            <p:ph type="title"/>
          </p:nvPr>
        </p:nvSpPr>
        <p:spPr>
          <a:xfrm>
            <a:off x="719400" y="988550"/>
            <a:ext cx="7705200" cy="587700"/>
          </a:xfrm>
          <a:prstGeom prst="rect">
            <a:avLst/>
          </a:prstGeom>
        </p:spPr>
        <p:txBody>
          <a:bodyPr anchorCtr="0" anchor="t" bIns="0" lIns="0" spcFirstLastPara="1" rIns="0" wrap="square" tIns="0">
            <a:spAutoFit/>
          </a:bodyPr>
          <a:lstStyle>
            <a:lvl1pPr lvl="0" algn="ctr">
              <a:lnSpc>
                <a:spcPct val="90000"/>
              </a:lnSpc>
              <a:spcBef>
                <a:spcPts val="0"/>
              </a:spcBef>
              <a:spcAft>
                <a:spcPts val="0"/>
              </a:spcAft>
              <a:buNone/>
              <a:defRPr sz="2200"/>
            </a:lvl1pPr>
            <a:lvl2pPr lvl="1" algn="ctr">
              <a:lnSpc>
                <a:spcPct val="90000"/>
              </a:lnSpc>
              <a:spcBef>
                <a:spcPts val="0"/>
              </a:spcBef>
              <a:spcAft>
                <a:spcPts val="0"/>
              </a:spcAft>
              <a:buNone/>
              <a:defRPr sz="2200"/>
            </a:lvl2pPr>
            <a:lvl3pPr lvl="2" algn="ctr">
              <a:lnSpc>
                <a:spcPct val="90000"/>
              </a:lnSpc>
              <a:spcBef>
                <a:spcPts val="0"/>
              </a:spcBef>
              <a:spcAft>
                <a:spcPts val="0"/>
              </a:spcAft>
              <a:buNone/>
              <a:defRPr sz="2200"/>
            </a:lvl3pPr>
            <a:lvl4pPr lvl="3" algn="ctr">
              <a:lnSpc>
                <a:spcPct val="90000"/>
              </a:lnSpc>
              <a:spcBef>
                <a:spcPts val="0"/>
              </a:spcBef>
              <a:spcAft>
                <a:spcPts val="0"/>
              </a:spcAft>
              <a:buNone/>
              <a:defRPr sz="2200"/>
            </a:lvl4pPr>
            <a:lvl5pPr lvl="4" algn="ctr">
              <a:lnSpc>
                <a:spcPct val="90000"/>
              </a:lnSpc>
              <a:spcBef>
                <a:spcPts val="0"/>
              </a:spcBef>
              <a:spcAft>
                <a:spcPts val="0"/>
              </a:spcAft>
              <a:buNone/>
              <a:defRPr sz="2200"/>
            </a:lvl5pPr>
            <a:lvl6pPr lvl="5" algn="ctr">
              <a:lnSpc>
                <a:spcPct val="90000"/>
              </a:lnSpc>
              <a:spcBef>
                <a:spcPts val="0"/>
              </a:spcBef>
              <a:spcAft>
                <a:spcPts val="0"/>
              </a:spcAft>
              <a:buNone/>
              <a:defRPr sz="2200"/>
            </a:lvl6pPr>
            <a:lvl7pPr lvl="6" algn="ctr">
              <a:lnSpc>
                <a:spcPct val="90000"/>
              </a:lnSpc>
              <a:spcBef>
                <a:spcPts val="0"/>
              </a:spcBef>
              <a:spcAft>
                <a:spcPts val="0"/>
              </a:spcAft>
              <a:buNone/>
              <a:defRPr sz="2200"/>
            </a:lvl7pPr>
            <a:lvl8pPr lvl="7" algn="ctr">
              <a:lnSpc>
                <a:spcPct val="90000"/>
              </a:lnSpc>
              <a:spcBef>
                <a:spcPts val="0"/>
              </a:spcBef>
              <a:spcAft>
                <a:spcPts val="0"/>
              </a:spcAft>
              <a:buNone/>
              <a:defRPr sz="2200"/>
            </a:lvl8pPr>
            <a:lvl9pPr lvl="8" algn="ctr">
              <a:lnSpc>
                <a:spcPct val="90000"/>
              </a:lnSpc>
              <a:spcBef>
                <a:spcPts val="0"/>
              </a:spcBef>
              <a:spcAft>
                <a:spcPts val="0"/>
              </a:spcAft>
              <a:buNone/>
              <a:defRPr sz="2200"/>
            </a:lvl9pPr>
          </a:lstStyle>
          <a:p/>
        </p:txBody>
      </p:sp>
      <p:sp>
        <p:nvSpPr>
          <p:cNvPr id="253" name="Google Shape;253;p33"/>
          <p:cNvSpPr/>
          <p:nvPr>
            <p:ph idx="4" type="pic"/>
          </p:nvPr>
        </p:nvSpPr>
        <p:spPr>
          <a:xfrm>
            <a:off x="3982589" y="2427948"/>
            <a:ext cx="1179600" cy="1417200"/>
          </a:xfrm>
          <a:prstGeom prst="rect">
            <a:avLst/>
          </a:prstGeom>
          <a:noFill/>
          <a:ln>
            <a:noFill/>
          </a:ln>
        </p:spPr>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with image - Alt 3">
  <p:cSld name="CUSTOM_2_1_2">
    <p:bg>
      <p:bgPr>
        <a:solidFill>
          <a:schemeClr val="accent1"/>
        </a:solidFill>
      </p:bgPr>
    </p:bg>
    <p:spTree>
      <p:nvGrpSpPr>
        <p:cNvPr id="254" name="Shape 254"/>
        <p:cNvGrpSpPr/>
        <p:nvPr/>
      </p:nvGrpSpPr>
      <p:grpSpPr>
        <a:xfrm>
          <a:off x="0" y="0"/>
          <a:ext cx="0" cy="0"/>
          <a:chOff x="0" y="0"/>
          <a:chExt cx="0" cy="0"/>
        </a:xfrm>
      </p:grpSpPr>
      <p:sp>
        <p:nvSpPr>
          <p:cNvPr id="255" name="Google Shape;255;p34"/>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56" name="Google Shape;256;p34"/>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7" name="Google Shape;257;p34"/>
          <p:cNvSpPr txBox="1"/>
          <p:nvPr>
            <p:ph idx="2" type="subTitle"/>
          </p:nvPr>
        </p:nvSpPr>
        <p:spPr>
          <a:xfrm>
            <a:off x="3154650" y="1051772"/>
            <a:ext cx="4163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a:buNone/>
              <a:defRPr sz="1000">
                <a:latin typeface="DM Sans"/>
                <a:ea typeface="DM Sans"/>
                <a:cs typeface="DM Sans"/>
                <a:sym typeface="DM Sans"/>
              </a:defRPr>
            </a:lvl1pPr>
            <a:lvl2pPr lvl="1">
              <a:spcBef>
                <a:spcPts val="0"/>
              </a:spcBef>
              <a:spcAft>
                <a:spcPts val="0"/>
              </a:spcAft>
              <a:buSzPts val="1400"/>
              <a:buFont typeface="DM Sans"/>
              <a:buNone/>
              <a:defRPr>
                <a:latin typeface="DM Sans"/>
                <a:ea typeface="DM Sans"/>
                <a:cs typeface="DM Sans"/>
                <a:sym typeface="DM Sans"/>
              </a:defRPr>
            </a:lvl2pPr>
            <a:lvl3pPr lvl="2">
              <a:spcBef>
                <a:spcPts val="0"/>
              </a:spcBef>
              <a:spcAft>
                <a:spcPts val="0"/>
              </a:spcAft>
              <a:buSzPts val="1400"/>
              <a:buFont typeface="DM Sans"/>
              <a:buNone/>
              <a:defRPr>
                <a:latin typeface="DM Sans"/>
                <a:ea typeface="DM Sans"/>
                <a:cs typeface="DM Sans"/>
                <a:sym typeface="DM Sans"/>
              </a:defRPr>
            </a:lvl3pPr>
            <a:lvl4pPr lvl="3">
              <a:spcBef>
                <a:spcPts val="0"/>
              </a:spcBef>
              <a:spcAft>
                <a:spcPts val="0"/>
              </a:spcAft>
              <a:buSzPts val="1400"/>
              <a:buFont typeface="DM Sans"/>
              <a:buNone/>
              <a:defRPr>
                <a:latin typeface="DM Sans"/>
                <a:ea typeface="DM Sans"/>
                <a:cs typeface="DM Sans"/>
                <a:sym typeface="DM Sans"/>
              </a:defRPr>
            </a:lvl4pPr>
            <a:lvl5pPr lvl="4">
              <a:spcBef>
                <a:spcPts val="0"/>
              </a:spcBef>
              <a:spcAft>
                <a:spcPts val="0"/>
              </a:spcAft>
              <a:buSzPts val="1400"/>
              <a:buFont typeface="DM Sans"/>
              <a:buNone/>
              <a:defRPr>
                <a:latin typeface="DM Sans"/>
                <a:ea typeface="DM Sans"/>
                <a:cs typeface="DM Sans"/>
                <a:sym typeface="DM Sans"/>
              </a:defRPr>
            </a:lvl5pPr>
            <a:lvl6pPr lvl="5">
              <a:spcBef>
                <a:spcPts val="0"/>
              </a:spcBef>
              <a:spcAft>
                <a:spcPts val="0"/>
              </a:spcAft>
              <a:buSzPts val="1400"/>
              <a:buFont typeface="DM Sans"/>
              <a:buNone/>
              <a:defRPr>
                <a:latin typeface="DM Sans"/>
                <a:ea typeface="DM Sans"/>
                <a:cs typeface="DM Sans"/>
                <a:sym typeface="DM Sans"/>
              </a:defRPr>
            </a:lvl6pPr>
            <a:lvl7pPr lvl="6">
              <a:spcBef>
                <a:spcPts val="0"/>
              </a:spcBef>
              <a:spcAft>
                <a:spcPts val="0"/>
              </a:spcAft>
              <a:buSzPts val="1400"/>
              <a:buFont typeface="DM Sans"/>
              <a:buNone/>
              <a:defRPr>
                <a:latin typeface="DM Sans"/>
                <a:ea typeface="DM Sans"/>
                <a:cs typeface="DM Sans"/>
                <a:sym typeface="DM Sans"/>
              </a:defRPr>
            </a:lvl7pPr>
            <a:lvl8pPr lvl="7">
              <a:spcBef>
                <a:spcPts val="0"/>
              </a:spcBef>
              <a:spcAft>
                <a:spcPts val="0"/>
              </a:spcAft>
              <a:buSzPts val="1400"/>
              <a:buFont typeface="DM Sans"/>
              <a:buNone/>
              <a:defRPr>
                <a:latin typeface="DM Sans"/>
                <a:ea typeface="DM Sans"/>
                <a:cs typeface="DM Sans"/>
                <a:sym typeface="DM Sans"/>
              </a:defRPr>
            </a:lvl8pPr>
            <a:lvl9pPr lvl="8">
              <a:spcBef>
                <a:spcPts val="0"/>
              </a:spcBef>
              <a:spcAft>
                <a:spcPts val="0"/>
              </a:spcAft>
              <a:buSzPts val="1400"/>
              <a:buFont typeface="DM Sans"/>
              <a:buNone/>
              <a:defRPr>
                <a:latin typeface="DM Sans"/>
                <a:ea typeface="DM Sans"/>
                <a:cs typeface="DM Sans"/>
                <a:sym typeface="DM Sans"/>
              </a:defRPr>
            </a:lvl9pPr>
          </a:lstStyle>
          <a:p/>
        </p:txBody>
      </p:sp>
      <p:sp>
        <p:nvSpPr>
          <p:cNvPr id="258" name="Google Shape;258;p34"/>
          <p:cNvSpPr txBox="1"/>
          <p:nvPr>
            <p:ph type="title"/>
          </p:nvPr>
        </p:nvSpPr>
        <p:spPr>
          <a:xfrm>
            <a:off x="3154650" y="1801500"/>
            <a:ext cx="5622000" cy="28320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800"/>
            </a:lvl1pPr>
            <a:lvl2pPr lvl="1">
              <a:lnSpc>
                <a:spcPct val="90000"/>
              </a:lnSpc>
              <a:spcBef>
                <a:spcPts val="0"/>
              </a:spcBef>
              <a:spcAft>
                <a:spcPts val="0"/>
              </a:spcAft>
              <a:buNone/>
              <a:defRPr sz="2800"/>
            </a:lvl2pPr>
            <a:lvl3pPr lvl="2">
              <a:lnSpc>
                <a:spcPct val="90000"/>
              </a:lnSpc>
              <a:spcBef>
                <a:spcPts val="0"/>
              </a:spcBef>
              <a:spcAft>
                <a:spcPts val="0"/>
              </a:spcAft>
              <a:buNone/>
              <a:defRPr sz="2800"/>
            </a:lvl3pPr>
            <a:lvl4pPr lvl="3">
              <a:lnSpc>
                <a:spcPct val="90000"/>
              </a:lnSpc>
              <a:spcBef>
                <a:spcPts val="0"/>
              </a:spcBef>
              <a:spcAft>
                <a:spcPts val="0"/>
              </a:spcAft>
              <a:buNone/>
              <a:defRPr sz="2800"/>
            </a:lvl4pPr>
            <a:lvl5pPr lvl="4">
              <a:lnSpc>
                <a:spcPct val="90000"/>
              </a:lnSpc>
              <a:spcBef>
                <a:spcPts val="0"/>
              </a:spcBef>
              <a:spcAft>
                <a:spcPts val="0"/>
              </a:spcAft>
              <a:buNone/>
              <a:defRPr sz="2800"/>
            </a:lvl5pPr>
            <a:lvl6pPr lvl="5">
              <a:lnSpc>
                <a:spcPct val="90000"/>
              </a:lnSpc>
              <a:spcBef>
                <a:spcPts val="0"/>
              </a:spcBef>
              <a:spcAft>
                <a:spcPts val="0"/>
              </a:spcAft>
              <a:buNone/>
              <a:defRPr sz="2800"/>
            </a:lvl6pPr>
            <a:lvl7pPr lvl="6">
              <a:lnSpc>
                <a:spcPct val="90000"/>
              </a:lnSpc>
              <a:spcBef>
                <a:spcPts val="0"/>
              </a:spcBef>
              <a:spcAft>
                <a:spcPts val="0"/>
              </a:spcAft>
              <a:buNone/>
              <a:defRPr sz="2800"/>
            </a:lvl7pPr>
            <a:lvl8pPr lvl="7">
              <a:lnSpc>
                <a:spcPct val="90000"/>
              </a:lnSpc>
              <a:spcBef>
                <a:spcPts val="0"/>
              </a:spcBef>
              <a:spcAft>
                <a:spcPts val="0"/>
              </a:spcAft>
              <a:buNone/>
              <a:defRPr sz="2800"/>
            </a:lvl8pPr>
            <a:lvl9pPr lvl="8">
              <a:lnSpc>
                <a:spcPct val="90000"/>
              </a:lnSpc>
              <a:spcBef>
                <a:spcPts val="0"/>
              </a:spcBef>
              <a:spcAft>
                <a:spcPts val="0"/>
              </a:spcAft>
              <a:buNone/>
              <a:defRPr sz="2800"/>
            </a:lvl9pPr>
          </a:lstStyle>
          <a:p/>
        </p:txBody>
      </p:sp>
      <p:sp>
        <p:nvSpPr>
          <p:cNvPr id="259" name="Google Shape;259;p34"/>
          <p:cNvSpPr/>
          <p:nvPr>
            <p:ph idx="3" type="pic"/>
          </p:nvPr>
        </p:nvSpPr>
        <p:spPr>
          <a:xfrm>
            <a:off x="361975" y="1066100"/>
            <a:ext cx="1967700" cy="1311600"/>
          </a:xfrm>
          <a:prstGeom prst="rect">
            <a:avLst/>
          </a:prstGeom>
          <a:noFill/>
          <a:ln>
            <a:noFill/>
          </a:ln>
        </p:spPr>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section header">
  <p:cSld name="CUSTOM_2_1_2_1_2">
    <p:bg>
      <p:bgPr>
        <a:solidFill>
          <a:schemeClr val="lt1"/>
        </a:solidFill>
      </p:bgPr>
    </p:bg>
    <p:spTree>
      <p:nvGrpSpPr>
        <p:cNvPr id="260" name="Shape 260"/>
        <p:cNvGrpSpPr/>
        <p:nvPr/>
      </p:nvGrpSpPr>
      <p:grpSpPr>
        <a:xfrm>
          <a:off x="0" y="0"/>
          <a:ext cx="0" cy="0"/>
          <a:chOff x="0" y="0"/>
          <a:chExt cx="0" cy="0"/>
        </a:xfrm>
      </p:grpSpPr>
      <p:sp>
        <p:nvSpPr>
          <p:cNvPr id="261" name="Google Shape;261;p35"/>
          <p:cNvSpPr/>
          <p:nvPr>
            <p:ph idx="2" type="pic"/>
          </p:nvPr>
        </p:nvSpPr>
        <p:spPr>
          <a:xfrm>
            <a:off x="361975" y="781775"/>
            <a:ext cx="2872800" cy="3783300"/>
          </a:xfrm>
          <a:prstGeom prst="rect">
            <a:avLst/>
          </a:prstGeom>
          <a:noFill/>
          <a:ln>
            <a:noFill/>
          </a:ln>
        </p:spPr>
      </p:sp>
      <p:sp>
        <p:nvSpPr>
          <p:cNvPr id="262" name="Google Shape;262;p35"/>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63" name="Google Shape;263;p35"/>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64" name="Google Shape;264;p35"/>
          <p:cNvSpPr txBox="1"/>
          <p:nvPr>
            <p:ph idx="3" type="subTitle"/>
          </p:nvPr>
        </p:nvSpPr>
        <p:spPr>
          <a:xfrm>
            <a:off x="3657600" y="1051772"/>
            <a:ext cx="4163100" cy="138600"/>
          </a:xfrm>
          <a:prstGeom prst="rect">
            <a:avLst/>
          </a:prstGeom>
        </p:spPr>
        <p:txBody>
          <a:bodyPr anchorCtr="0" anchor="b" bIns="0" lIns="0" spcFirstLastPara="1" rIns="0" wrap="square" tIns="0">
            <a:spAutoFit/>
          </a:bodyPr>
          <a:lstStyle>
            <a:lvl1pPr lvl="0">
              <a:spcBef>
                <a:spcPts val="0"/>
              </a:spcBef>
              <a:spcAft>
                <a:spcPts val="0"/>
              </a:spcAft>
              <a:buClr>
                <a:schemeClr val="dk1"/>
              </a:buClr>
              <a:buSzPts val="1000"/>
              <a:buFont typeface="DM Sans"/>
              <a:buNone/>
              <a:defRPr sz="1000">
                <a:solidFill>
                  <a:schemeClr val="dk1"/>
                </a:solidFill>
                <a:latin typeface="DM Sans"/>
                <a:ea typeface="DM Sans"/>
                <a:cs typeface="DM Sans"/>
                <a:sym typeface="DM Sans"/>
              </a:defRPr>
            </a:lvl1pPr>
            <a:lvl2pPr lvl="1">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2pPr>
            <a:lvl3pPr lvl="2">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3pPr>
            <a:lvl4pPr lvl="3">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4pPr>
            <a:lvl5pPr lvl="4">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5pPr>
            <a:lvl6pPr lvl="5">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6pPr>
            <a:lvl7pPr lvl="6">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7pPr>
            <a:lvl8pPr lvl="7">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8pPr>
            <a:lvl9pPr lvl="8">
              <a:spcBef>
                <a:spcPts val="0"/>
              </a:spcBef>
              <a:spcAft>
                <a:spcPts val="0"/>
              </a:spcAft>
              <a:buClr>
                <a:schemeClr val="dk1"/>
              </a:buClr>
              <a:buSzPts val="1400"/>
              <a:buFont typeface="DM Sans"/>
              <a:buNone/>
              <a:defRPr>
                <a:solidFill>
                  <a:schemeClr val="dk1"/>
                </a:solidFill>
                <a:latin typeface="DM Sans"/>
                <a:ea typeface="DM Sans"/>
                <a:cs typeface="DM Sans"/>
                <a:sym typeface="DM Sans"/>
              </a:defRPr>
            </a:lvl9pPr>
          </a:lstStyle>
          <a:p/>
        </p:txBody>
      </p:sp>
      <p:sp>
        <p:nvSpPr>
          <p:cNvPr id="265" name="Google Shape;265;p35"/>
          <p:cNvSpPr txBox="1"/>
          <p:nvPr>
            <p:ph type="title"/>
          </p:nvPr>
        </p:nvSpPr>
        <p:spPr>
          <a:xfrm>
            <a:off x="3657600" y="1555450"/>
            <a:ext cx="5622000" cy="17505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2800">
                <a:solidFill>
                  <a:schemeClr val="dk1"/>
                </a:solidFill>
              </a:defRPr>
            </a:lvl1pPr>
            <a:lvl2pPr lvl="1">
              <a:lnSpc>
                <a:spcPct val="90000"/>
              </a:lnSpc>
              <a:spcBef>
                <a:spcPts val="0"/>
              </a:spcBef>
              <a:spcAft>
                <a:spcPts val="0"/>
              </a:spcAft>
              <a:buNone/>
              <a:defRPr sz="2800">
                <a:solidFill>
                  <a:schemeClr val="dk1"/>
                </a:solidFill>
              </a:defRPr>
            </a:lvl2pPr>
            <a:lvl3pPr lvl="2">
              <a:lnSpc>
                <a:spcPct val="90000"/>
              </a:lnSpc>
              <a:spcBef>
                <a:spcPts val="0"/>
              </a:spcBef>
              <a:spcAft>
                <a:spcPts val="0"/>
              </a:spcAft>
              <a:buNone/>
              <a:defRPr sz="2800">
                <a:solidFill>
                  <a:schemeClr val="dk1"/>
                </a:solidFill>
              </a:defRPr>
            </a:lvl3pPr>
            <a:lvl4pPr lvl="3">
              <a:lnSpc>
                <a:spcPct val="90000"/>
              </a:lnSpc>
              <a:spcBef>
                <a:spcPts val="0"/>
              </a:spcBef>
              <a:spcAft>
                <a:spcPts val="0"/>
              </a:spcAft>
              <a:buNone/>
              <a:defRPr sz="2800">
                <a:solidFill>
                  <a:schemeClr val="dk1"/>
                </a:solidFill>
              </a:defRPr>
            </a:lvl4pPr>
            <a:lvl5pPr lvl="4">
              <a:lnSpc>
                <a:spcPct val="90000"/>
              </a:lnSpc>
              <a:spcBef>
                <a:spcPts val="0"/>
              </a:spcBef>
              <a:spcAft>
                <a:spcPts val="0"/>
              </a:spcAft>
              <a:buNone/>
              <a:defRPr sz="2800">
                <a:solidFill>
                  <a:schemeClr val="dk1"/>
                </a:solidFill>
              </a:defRPr>
            </a:lvl5pPr>
            <a:lvl6pPr lvl="5">
              <a:lnSpc>
                <a:spcPct val="90000"/>
              </a:lnSpc>
              <a:spcBef>
                <a:spcPts val="0"/>
              </a:spcBef>
              <a:spcAft>
                <a:spcPts val="0"/>
              </a:spcAft>
              <a:buNone/>
              <a:defRPr sz="2800">
                <a:solidFill>
                  <a:schemeClr val="dk1"/>
                </a:solidFill>
              </a:defRPr>
            </a:lvl6pPr>
            <a:lvl7pPr lvl="6">
              <a:lnSpc>
                <a:spcPct val="90000"/>
              </a:lnSpc>
              <a:spcBef>
                <a:spcPts val="0"/>
              </a:spcBef>
              <a:spcAft>
                <a:spcPts val="0"/>
              </a:spcAft>
              <a:buNone/>
              <a:defRPr sz="2800">
                <a:solidFill>
                  <a:schemeClr val="dk1"/>
                </a:solidFill>
              </a:defRPr>
            </a:lvl7pPr>
            <a:lvl8pPr lvl="7">
              <a:lnSpc>
                <a:spcPct val="90000"/>
              </a:lnSpc>
              <a:spcBef>
                <a:spcPts val="0"/>
              </a:spcBef>
              <a:spcAft>
                <a:spcPts val="0"/>
              </a:spcAft>
              <a:buNone/>
              <a:defRPr sz="2800">
                <a:solidFill>
                  <a:schemeClr val="dk1"/>
                </a:solidFill>
              </a:defRPr>
            </a:lvl8pPr>
            <a:lvl9pPr lvl="8">
              <a:lnSpc>
                <a:spcPct val="90000"/>
              </a:lnSpc>
              <a:spcBef>
                <a:spcPts val="0"/>
              </a:spcBef>
              <a:spcAft>
                <a:spcPts val="0"/>
              </a:spcAft>
              <a:buNone/>
              <a:defRPr sz="2800">
                <a:solidFill>
                  <a:schemeClr val="dk1"/>
                </a:solidFill>
              </a:defRPr>
            </a:lvl9pPr>
          </a:lstStyle>
          <a:p/>
        </p:txBody>
      </p:sp>
      <p:sp>
        <p:nvSpPr>
          <p:cNvPr id="266" name="Google Shape;266;p35"/>
          <p:cNvSpPr txBox="1"/>
          <p:nvPr>
            <p:ph idx="4" type="body"/>
          </p:nvPr>
        </p:nvSpPr>
        <p:spPr>
          <a:xfrm>
            <a:off x="3657600" y="3556575"/>
            <a:ext cx="3554400" cy="1029300"/>
          </a:xfrm>
          <a:prstGeom prst="rect">
            <a:avLst/>
          </a:prstGeom>
        </p:spPr>
        <p:txBody>
          <a:bodyPr anchorCtr="0" anchor="b" bIns="0" lIns="0" spcFirstLastPara="1" rIns="0" wrap="square" tIns="0">
            <a:spAutoFit/>
          </a:bodyPr>
          <a:lstStyle>
            <a:lvl1pPr indent="-292100" lvl="0" marL="457200">
              <a:spcBef>
                <a:spcPts val="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1pPr>
            <a:lvl2pPr indent="-292100" lvl="1" marL="914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2pPr>
            <a:lvl3pPr indent="-292100" lvl="2" marL="1371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3pPr>
            <a:lvl4pPr indent="-292100" lvl="3" marL="18288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4pPr>
            <a:lvl5pPr indent="-292100" lvl="4" marL="22860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5pPr>
            <a:lvl6pPr indent="-292100" lvl="5" marL="27432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6pPr>
            <a:lvl7pPr indent="-292100" lvl="6" marL="32004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7pPr>
            <a:lvl8pPr indent="-292100" lvl="7" marL="3657600">
              <a:spcBef>
                <a:spcPts val="800"/>
              </a:spcBef>
              <a:spcAft>
                <a:spcPts val="0"/>
              </a:spcAft>
              <a:buClr>
                <a:schemeClr val="dk1"/>
              </a:buClr>
              <a:buSzPts val="1000"/>
              <a:buFont typeface="DM Sans Light"/>
              <a:buChar char="○"/>
              <a:defRPr sz="1000">
                <a:solidFill>
                  <a:schemeClr val="dk1"/>
                </a:solidFill>
                <a:latin typeface="DM Sans Light"/>
                <a:ea typeface="DM Sans Light"/>
                <a:cs typeface="DM Sans Light"/>
                <a:sym typeface="DM Sans Light"/>
              </a:defRPr>
            </a:lvl8pPr>
            <a:lvl9pPr indent="-292100" lvl="8" marL="4114800">
              <a:spcBef>
                <a:spcPts val="800"/>
              </a:spcBef>
              <a:spcAft>
                <a:spcPts val="800"/>
              </a:spcAft>
              <a:buClr>
                <a:schemeClr val="dk1"/>
              </a:buClr>
              <a:buSzPts val="1000"/>
              <a:buFont typeface="DM Sans Light"/>
              <a:buChar char="■"/>
              <a:defRPr sz="1000">
                <a:solidFill>
                  <a:schemeClr val="dk1"/>
                </a:solidFill>
                <a:latin typeface="DM Sans Light"/>
                <a:ea typeface="DM Sans Light"/>
                <a:cs typeface="DM Sans Light"/>
                <a:sym typeface="DM Sans Light"/>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with image - Alt 5">
  <p:cSld name="CUSTOM_2_1_2_1_1">
    <p:bg>
      <p:bgPr>
        <a:solidFill>
          <a:schemeClr val="accent2"/>
        </a:solidFill>
      </p:bgPr>
    </p:bg>
    <p:spTree>
      <p:nvGrpSpPr>
        <p:cNvPr id="267" name="Shape 267"/>
        <p:cNvGrpSpPr/>
        <p:nvPr/>
      </p:nvGrpSpPr>
      <p:grpSpPr>
        <a:xfrm>
          <a:off x="0" y="0"/>
          <a:ext cx="0" cy="0"/>
          <a:chOff x="0" y="0"/>
          <a:chExt cx="0" cy="0"/>
        </a:xfrm>
      </p:grpSpPr>
      <p:pic>
        <p:nvPicPr>
          <p:cNvPr descr="The reflective glass facade of a skyscraper. " id="268" name="Google Shape;268;p36"/>
          <p:cNvPicPr preferRelativeResize="0"/>
          <p:nvPr/>
        </p:nvPicPr>
        <p:blipFill rotWithShape="1">
          <a:blip r:embed="rId2">
            <a:alphaModFix amt="14000"/>
          </a:blip>
          <a:srcRect b="15604" l="0" r="0" t="0"/>
          <a:stretch/>
        </p:blipFill>
        <p:spPr>
          <a:xfrm>
            <a:off x="0" y="-8150"/>
            <a:ext cx="9144003" cy="5143501"/>
          </a:xfrm>
          <a:prstGeom prst="rect">
            <a:avLst/>
          </a:prstGeom>
          <a:noFill/>
          <a:ln>
            <a:noFill/>
          </a:ln>
        </p:spPr>
      </p:pic>
      <p:sp>
        <p:nvSpPr>
          <p:cNvPr id="269" name="Google Shape;269;p36"/>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70" name="Google Shape;270;p36"/>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1" name="Google Shape;271;p36"/>
          <p:cNvSpPr txBox="1"/>
          <p:nvPr>
            <p:ph idx="2" type="body"/>
          </p:nvPr>
        </p:nvSpPr>
        <p:spPr>
          <a:xfrm>
            <a:off x="1957800" y="4195275"/>
            <a:ext cx="5228400" cy="390600"/>
          </a:xfrm>
          <a:prstGeom prst="rect">
            <a:avLst/>
          </a:prstGeom>
        </p:spPr>
        <p:txBody>
          <a:bodyPr anchorCtr="0" anchor="b" bIns="0" lIns="0" spcFirstLastPara="1" rIns="0" wrap="square" tIns="0">
            <a:noAutofit/>
          </a:bodyPr>
          <a:lstStyle>
            <a:lvl1pPr indent="-292100" lvl="0" marL="457200" algn="ctr">
              <a:spcBef>
                <a:spcPts val="0"/>
              </a:spcBef>
              <a:spcAft>
                <a:spcPts val="0"/>
              </a:spcAft>
              <a:buClr>
                <a:schemeClr val="lt1"/>
              </a:buClr>
              <a:buSzPts val="1000"/>
              <a:buFont typeface="DM Sans"/>
              <a:buChar char="●"/>
              <a:defRPr sz="1000"/>
            </a:lvl1pPr>
            <a:lvl2pPr indent="-292100" lvl="1" marL="914400" algn="ctr">
              <a:spcBef>
                <a:spcPts val="800"/>
              </a:spcBef>
              <a:spcAft>
                <a:spcPts val="0"/>
              </a:spcAft>
              <a:buClr>
                <a:schemeClr val="lt1"/>
              </a:buClr>
              <a:buSzPts val="1000"/>
              <a:buFont typeface="DM Sans"/>
              <a:buChar char="○"/>
              <a:defRPr sz="1000"/>
            </a:lvl2pPr>
            <a:lvl3pPr indent="-292100" lvl="2" marL="1371600" algn="ctr">
              <a:spcBef>
                <a:spcPts val="800"/>
              </a:spcBef>
              <a:spcAft>
                <a:spcPts val="0"/>
              </a:spcAft>
              <a:buClr>
                <a:schemeClr val="lt1"/>
              </a:buClr>
              <a:buSzPts val="1000"/>
              <a:buFont typeface="DM Sans"/>
              <a:buChar char="■"/>
              <a:defRPr sz="1000"/>
            </a:lvl3pPr>
            <a:lvl4pPr indent="-292100" lvl="3" marL="1828800" algn="ctr">
              <a:spcBef>
                <a:spcPts val="800"/>
              </a:spcBef>
              <a:spcAft>
                <a:spcPts val="0"/>
              </a:spcAft>
              <a:buClr>
                <a:schemeClr val="lt1"/>
              </a:buClr>
              <a:buSzPts val="1000"/>
              <a:buFont typeface="DM Sans"/>
              <a:buChar char="●"/>
              <a:defRPr sz="1000"/>
            </a:lvl4pPr>
            <a:lvl5pPr indent="-292100" lvl="4" marL="2286000" algn="ctr">
              <a:spcBef>
                <a:spcPts val="800"/>
              </a:spcBef>
              <a:spcAft>
                <a:spcPts val="0"/>
              </a:spcAft>
              <a:buClr>
                <a:schemeClr val="lt1"/>
              </a:buClr>
              <a:buSzPts val="1000"/>
              <a:buFont typeface="DM Sans"/>
              <a:buChar char="○"/>
              <a:defRPr sz="1000"/>
            </a:lvl5pPr>
            <a:lvl6pPr indent="-292100" lvl="5" marL="2743200" algn="ctr">
              <a:spcBef>
                <a:spcPts val="800"/>
              </a:spcBef>
              <a:spcAft>
                <a:spcPts val="0"/>
              </a:spcAft>
              <a:buClr>
                <a:schemeClr val="lt1"/>
              </a:buClr>
              <a:buSzPts val="1000"/>
              <a:buFont typeface="DM Sans"/>
              <a:buChar char="■"/>
              <a:defRPr sz="1000"/>
            </a:lvl6pPr>
            <a:lvl7pPr indent="-292100" lvl="6" marL="3200400" algn="ctr">
              <a:spcBef>
                <a:spcPts val="800"/>
              </a:spcBef>
              <a:spcAft>
                <a:spcPts val="0"/>
              </a:spcAft>
              <a:buClr>
                <a:schemeClr val="lt1"/>
              </a:buClr>
              <a:buSzPts val="1000"/>
              <a:buFont typeface="DM Sans"/>
              <a:buChar char="●"/>
              <a:defRPr sz="1000"/>
            </a:lvl7pPr>
            <a:lvl8pPr indent="-292100" lvl="7" marL="3657600" algn="ctr">
              <a:spcBef>
                <a:spcPts val="800"/>
              </a:spcBef>
              <a:spcAft>
                <a:spcPts val="0"/>
              </a:spcAft>
              <a:buClr>
                <a:schemeClr val="lt1"/>
              </a:buClr>
              <a:buSzPts val="1000"/>
              <a:buFont typeface="DM Sans"/>
              <a:buChar char="○"/>
              <a:defRPr sz="1000"/>
            </a:lvl8pPr>
            <a:lvl9pPr indent="-292100" lvl="8" marL="4114800" algn="ctr">
              <a:spcBef>
                <a:spcPts val="800"/>
              </a:spcBef>
              <a:spcAft>
                <a:spcPts val="800"/>
              </a:spcAft>
              <a:buClr>
                <a:schemeClr val="lt1"/>
              </a:buClr>
              <a:buSzPts val="1000"/>
              <a:buFont typeface="DM Sans"/>
              <a:buChar char="■"/>
              <a:defRPr sz="1000"/>
            </a:lvl9pPr>
          </a:lstStyle>
          <a:p/>
        </p:txBody>
      </p:sp>
      <p:sp>
        <p:nvSpPr>
          <p:cNvPr id="272" name="Google Shape;272;p36"/>
          <p:cNvSpPr txBox="1"/>
          <p:nvPr>
            <p:ph idx="3" type="subTitle"/>
          </p:nvPr>
        </p:nvSpPr>
        <p:spPr>
          <a:xfrm>
            <a:off x="2490450" y="732775"/>
            <a:ext cx="4163100" cy="138600"/>
          </a:xfrm>
          <a:prstGeom prst="rect">
            <a:avLst/>
          </a:prstGeom>
        </p:spPr>
        <p:txBody>
          <a:bodyPr anchorCtr="0" anchor="b" bIns="0" lIns="0" spcFirstLastPara="1" rIns="0" wrap="square" tIns="0">
            <a:spAutoFit/>
          </a:bodyPr>
          <a:lstStyle>
            <a:lvl1pPr lvl="0" algn="ctr">
              <a:spcBef>
                <a:spcPts val="0"/>
              </a:spcBef>
              <a:spcAft>
                <a:spcPts val="0"/>
              </a:spcAft>
              <a:buSzPts val="1000"/>
              <a:buFont typeface="DM Sans Light"/>
              <a:buNone/>
              <a:defRPr sz="1000">
                <a:latin typeface="DM Sans Light"/>
                <a:ea typeface="DM Sans Light"/>
                <a:cs typeface="DM Sans Light"/>
                <a:sym typeface="DM Sans Light"/>
              </a:defRPr>
            </a:lvl1pPr>
            <a:lvl2pPr lvl="1" algn="ctr">
              <a:spcBef>
                <a:spcPts val="0"/>
              </a:spcBef>
              <a:spcAft>
                <a:spcPts val="0"/>
              </a:spcAft>
              <a:buSzPts val="1400"/>
              <a:buFont typeface="DM Sans Light"/>
              <a:buNone/>
              <a:defRPr>
                <a:latin typeface="DM Sans Light"/>
                <a:ea typeface="DM Sans Light"/>
                <a:cs typeface="DM Sans Light"/>
                <a:sym typeface="DM Sans Light"/>
              </a:defRPr>
            </a:lvl2pPr>
            <a:lvl3pPr lvl="2" algn="ctr">
              <a:spcBef>
                <a:spcPts val="0"/>
              </a:spcBef>
              <a:spcAft>
                <a:spcPts val="0"/>
              </a:spcAft>
              <a:buSzPts val="1400"/>
              <a:buFont typeface="DM Sans Light"/>
              <a:buNone/>
              <a:defRPr>
                <a:latin typeface="DM Sans Light"/>
                <a:ea typeface="DM Sans Light"/>
                <a:cs typeface="DM Sans Light"/>
                <a:sym typeface="DM Sans Light"/>
              </a:defRPr>
            </a:lvl3pPr>
            <a:lvl4pPr lvl="3" algn="ctr">
              <a:spcBef>
                <a:spcPts val="0"/>
              </a:spcBef>
              <a:spcAft>
                <a:spcPts val="0"/>
              </a:spcAft>
              <a:buSzPts val="1400"/>
              <a:buFont typeface="DM Sans Light"/>
              <a:buNone/>
              <a:defRPr>
                <a:latin typeface="DM Sans Light"/>
                <a:ea typeface="DM Sans Light"/>
                <a:cs typeface="DM Sans Light"/>
                <a:sym typeface="DM Sans Light"/>
              </a:defRPr>
            </a:lvl4pPr>
            <a:lvl5pPr lvl="4" algn="ctr">
              <a:spcBef>
                <a:spcPts val="0"/>
              </a:spcBef>
              <a:spcAft>
                <a:spcPts val="0"/>
              </a:spcAft>
              <a:buSzPts val="1400"/>
              <a:buFont typeface="DM Sans Light"/>
              <a:buNone/>
              <a:defRPr>
                <a:latin typeface="DM Sans Light"/>
                <a:ea typeface="DM Sans Light"/>
                <a:cs typeface="DM Sans Light"/>
                <a:sym typeface="DM Sans Light"/>
              </a:defRPr>
            </a:lvl5pPr>
            <a:lvl6pPr lvl="5" algn="ctr">
              <a:spcBef>
                <a:spcPts val="0"/>
              </a:spcBef>
              <a:spcAft>
                <a:spcPts val="0"/>
              </a:spcAft>
              <a:buSzPts val="1400"/>
              <a:buFont typeface="DM Sans Light"/>
              <a:buNone/>
              <a:defRPr>
                <a:latin typeface="DM Sans Light"/>
                <a:ea typeface="DM Sans Light"/>
                <a:cs typeface="DM Sans Light"/>
                <a:sym typeface="DM Sans Light"/>
              </a:defRPr>
            </a:lvl6pPr>
            <a:lvl7pPr lvl="6" algn="ctr">
              <a:spcBef>
                <a:spcPts val="0"/>
              </a:spcBef>
              <a:spcAft>
                <a:spcPts val="0"/>
              </a:spcAft>
              <a:buSzPts val="1400"/>
              <a:buFont typeface="DM Sans Light"/>
              <a:buNone/>
              <a:defRPr>
                <a:latin typeface="DM Sans Light"/>
                <a:ea typeface="DM Sans Light"/>
                <a:cs typeface="DM Sans Light"/>
                <a:sym typeface="DM Sans Light"/>
              </a:defRPr>
            </a:lvl7pPr>
            <a:lvl8pPr lvl="7" algn="ctr">
              <a:spcBef>
                <a:spcPts val="0"/>
              </a:spcBef>
              <a:spcAft>
                <a:spcPts val="0"/>
              </a:spcAft>
              <a:buSzPts val="1400"/>
              <a:buFont typeface="DM Sans Light"/>
              <a:buNone/>
              <a:defRPr>
                <a:latin typeface="DM Sans Light"/>
                <a:ea typeface="DM Sans Light"/>
                <a:cs typeface="DM Sans Light"/>
                <a:sym typeface="DM Sans Light"/>
              </a:defRPr>
            </a:lvl8pPr>
            <a:lvl9pPr lvl="8" algn="ctr">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273" name="Google Shape;273;p36"/>
          <p:cNvSpPr txBox="1"/>
          <p:nvPr>
            <p:ph type="title"/>
          </p:nvPr>
        </p:nvSpPr>
        <p:spPr>
          <a:xfrm>
            <a:off x="719400" y="988550"/>
            <a:ext cx="7705200" cy="587700"/>
          </a:xfrm>
          <a:prstGeom prst="rect">
            <a:avLst/>
          </a:prstGeom>
        </p:spPr>
        <p:txBody>
          <a:bodyPr anchorCtr="0" anchor="t" bIns="0" lIns="0" spcFirstLastPara="1" rIns="0" wrap="square" tIns="0">
            <a:spAutoFit/>
          </a:bodyPr>
          <a:lstStyle>
            <a:lvl1pPr lvl="0" algn="ctr">
              <a:lnSpc>
                <a:spcPct val="90000"/>
              </a:lnSpc>
              <a:spcBef>
                <a:spcPts val="0"/>
              </a:spcBef>
              <a:spcAft>
                <a:spcPts val="0"/>
              </a:spcAft>
              <a:buNone/>
              <a:defRPr/>
            </a:lvl1pPr>
            <a:lvl2pPr lvl="1" algn="ctr">
              <a:lnSpc>
                <a:spcPct val="90000"/>
              </a:lnSpc>
              <a:spcBef>
                <a:spcPts val="0"/>
              </a:spcBef>
              <a:spcAft>
                <a:spcPts val="0"/>
              </a:spcAft>
              <a:buNone/>
              <a:defRPr sz="2200"/>
            </a:lvl2pPr>
            <a:lvl3pPr lvl="2" algn="ctr">
              <a:lnSpc>
                <a:spcPct val="90000"/>
              </a:lnSpc>
              <a:spcBef>
                <a:spcPts val="0"/>
              </a:spcBef>
              <a:spcAft>
                <a:spcPts val="0"/>
              </a:spcAft>
              <a:buNone/>
              <a:defRPr sz="2200"/>
            </a:lvl3pPr>
            <a:lvl4pPr lvl="3" algn="ctr">
              <a:lnSpc>
                <a:spcPct val="90000"/>
              </a:lnSpc>
              <a:spcBef>
                <a:spcPts val="0"/>
              </a:spcBef>
              <a:spcAft>
                <a:spcPts val="0"/>
              </a:spcAft>
              <a:buNone/>
              <a:defRPr sz="2200"/>
            </a:lvl4pPr>
            <a:lvl5pPr lvl="4" algn="ctr">
              <a:lnSpc>
                <a:spcPct val="90000"/>
              </a:lnSpc>
              <a:spcBef>
                <a:spcPts val="0"/>
              </a:spcBef>
              <a:spcAft>
                <a:spcPts val="0"/>
              </a:spcAft>
              <a:buNone/>
              <a:defRPr sz="2200"/>
            </a:lvl5pPr>
            <a:lvl6pPr lvl="5" algn="ctr">
              <a:lnSpc>
                <a:spcPct val="90000"/>
              </a:lnSpc>
              <a:spcBef>
                <a:spcPts val="0"/>
              </a:spcBef>
              <a:spcAft>
                <a:spcPts val="0"/>
              </a:spcAft>
              <a:buNone/>
              <a:defRPr sz="2200"/>
            </a:lvl6pPr>
            <a:lvl7pPr lvl="6" algn="ctr">
              <a:lnSpc>
                <a:spcPct val="90000"/>
              </a:lnSpc>
              <a:spcBef>
                <a:spcPts val="0"/>
              </a:spcBef>
              <a:spcAft>
                <a:spcPts val="0"/>
              </a:spcAft>
              <a:buNone/>
              <a:defRPr sz="2200"/>
            </a:lvl7pPr>
            <a:lvl8pPr lvl="7" algn="ctr">
              <a:lnSpc>
                <a:spcPct val="90000"/>
              </a:lnSpc>
              <a:spcBef>
                <a:spcPts val="0"/>
              </a:spcBef>
              <a:spcAft>
                <a:spcPts val="0"/>
              </a:spcAft>
              <a:buNone/>
              <a:defRPr sz="2200"/>
            </a:lvl8pPr>
            <a:lvl9pPr lvl="8" algn="ctr">
              <a:lnSpc>
                <a:spcPct val="90000"/>
              </a:lnSpc>
              <a:spcBef>
                <a:spcPts val="0"/>
              </a:spcBef>
              <a:spcAft>
                <a:spcPts val="0"/>
              </a:spcAft>
              <a:buNone/>
              <a:defRPr sz="2200"/>
            </a:lvl9pPr>
          </a:lstStyle>
          <a:p/>
        </p:txBody>
      </p:sp>
      <p:sp>
        <p:nvSpPr>
          <p:cNvPr id="274" name="Google Shape;274;p36"/>
          <p:cNvSpPr/>
          <p:nvPr>
            <p:ph idx="4" type="pic"/>
          </p:nvPr>
        </p:nvSpPr>
        <p:spPr>
          <a:xfrm>
            <a:off x="3588150" y="2027104"/>
            <a:ext cx="1967700" cy="1311600"/>
          </a:xfrm>
          <a:prstGeom prst="rect">
            <a:avLst/>
          </a:prstGeom>
          <a:noFill/>
          <a:ln>
            <a:noFill/>
          </a:ln>
        </p:spPr>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 Alt 2">
  <p:cSld name="CUSTOM_2_1_1_1">
    <p:bg>
      <p:bgPr>
        <a:solidFill>
          <a:schemeClr val="accent1"/>
        </a:solidFill>
      </p:bgPr>
    </p:bg>
    <p:spTree>
      <p:nvGrpSpPr>
        <p:cNvPr id="275" name="Shape 275"/>
        <p:cNvGrpSpPr/>
        <p:nvPr/>
      </p:nvGrpSpPr>
      <p:grpSpPr>
        <a:xfrm>
          <a:off x="0" y="0"/>
          <a:ext cx="0" cy="0"/>
          <a:chOff x="0" y="0"/>
          <a:chExt cx="0" cy="0"/>
        </a:xfrm>
      </p:grpSpPr>
      <p:pic>
        <p:nvPicPr>
          <p:cNvPr descr="A modern glass skyscraper. " id="276" name="Google Shape;276;p37"/>
          <p:cNvPicPr preferRelativeResize="0"/>
          <p:nvPr/>
        </p:nvPicPr>
        <p:blipFill rotWithShape="1">
          <a:blip r:embed="rId2">
            <a:alphaModFix amt="14000"/>
          </a:blip>
          <a:srcRect b="15604" l="0" r="0" t="0"/>
          <a:stretch/>
        </p:blipFill>
        <p:spPr>
          <a:xfrm>
            <a:off x="0" y="-8150"/>
            <a:ext cx="9144003" cy="5143501"/>
          </a:xfrm>
          <a:prstGeom prst="rect">
            <a:avLst/>
          </a:prstGeom>
          <a:noFill/>
          <a:ln>
            <a:noFill/>
          </a:ln>
        </p:spPr>
      </p:pic>
      <p:sp>
        <p:nvSpPr>
          <p:cNvPr id="277" name="Google Shape;277;p37"/>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78" name="Google Shape;278;p37"/>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9" name="Google Shape;279;p37"/>
          <p:cNvSpPr txBox="1"/>
          <p:nvPr>
            <p:ph idx="2" type="subTitle"/>
          </p:nvPr>
        </p:nvSpPr>
        <p:spPr>
          <a:xfrm>
            <a:off x="2490450" y="732775"/>
            <a:ext cx="4163100" cy="138600"/>
          </a:xfrm>
          <a:prstGeom prst="rect">
            <a:avLst/>
          </a:prstGeom>
        </p:spPr>
        <p:txBody>
          <a:bodyPr anchorCtr="0" anchor="b" bIns="0" lIns="0" spcFirstLastPara="1" rIns="0" wrap="square" tIns="0">
            <a:spAutoFit/>
          </a:bodyPr>
          <a:lstStyle>
            <a:lvl1pPr lvl="0" algn="ctr">
              <a:spcBef>
                <a:spcPts val="0"/>
              </a:spcBef>
              <a:spcAft>
                <a:spcPts val="0"/>
              </a:spcAft>
              <a:buSzPts val="1000"/>
              <a:buFont typeface="DM Sans Light"/>
              <a:buNone/>
              <a:defRPr sz="1000">
                <a:latin typeface="DM Sans Light"/>
                <a:ea typeface="DM Sans Light"/>
                <a:cs typeface="DM Sans Light"/>
                <a:sym typeface="DM Sans Light"/>
              </a:defRPr>
            </a:lvl1pPr>
            <a:lvl2pPr lvl="1" algn="ctr">
              <a:spcBef>
                <a:spcPts val="0"/>
              </a:spcBef>
              <a:spcAft>
                <a:spcPts val="0"/>
              </a:spcAft>
              <a:buSzPts val="1400"/>
              <a:buFont typeface="DM Sans Light"/>
              <a:buNone/>
              <a:defRPr>
                <a:latin typeface="DM Sans Light"/>
                <a:ea typeface="DM Sans Light"/>
                <a:cs typeface="DM Sans Light"/>
                <a:sym typeface="DM Sans Light"/>
              </a:defRPr>
            </a:lvl2pPr>
            <a:lvl3pPr lvl="2" algn="ctr">
              <a:spcBef>
                <a:spcPts val="0"/>
              </a:spcBef>
              <a:spcAft>
                <a:spcPts val="0"/>
              </a:spcAft>
              <a:buSzPts val="1400"/>
              <a:buFont typeface="DM Sans Light"/>
              <a:buNone/>
              <a:defRPr>
                <a:latin typeface="DM Sans Light"/>
                <a:ea typeface="DM Sans Light"/>
                <a:cs typeface="DM Sans Light"/>
                <a:sym typeface="DM Sans Light"/>
              </a:defRPr>
            </a:lvl3pPr>
            <a:lvl4pPr lvl="3" algn="ctr">
              <a:spcBef>
                <a:spcPts val="0"/>
              </a:spcBef>
              <a:spcAft>
                <a:spcPts val="0"/>
              </a:spcAft>
              <a:buSzPts val="1400"/>
              <a:buFont typeface="DM Sans Light"/>
              <a:buNone/>
              <a:defRPr>
                <a:latin typeface="DM Sans Light"/>
                <a:ea typeface="DM Sans Light"/>
                <a:cs typeface="DM Sans Light"/>
                <a:sym typeface="DM Sans Light"/>
              </a:defRPr>
            </a:lvl4pPr>
            <a:lvl5pPr lvl="4" algn="ctr">
              <a:spcBef>
                <a:spcPts val="0"/>
              </a:spcBef>
              <a:spcAft>
                <a:spcPts val="0"/>
              </a:spcAft>
              <a:buSzPts val="1400"/>
              <a:buFont typeface="DM Sans Light"/>
              <a:buNone/>
              <a:defRPr>
                <a:latin typeface="DM Sans Light"/>
                <a:ea typeface="DM Sans Light"/>
                <a:cs typeface="DM Sans Light"/>
                <a:sym typeface="DM Sans Light"/>
              </a:defRPr>
            </a:lvl5pPr>
            <a:lvl6pPr lvl="5" algn="ctr">
              <a:spcBef>
                <a:spcPts val="0"/>
              </a:spcBef>
              <a:spcAft>
                <a:spcPts val="0"/>
              </a:spcAft>
              <a:buSzPts val="1400"/>
              <a:buFont typeface="DM Sans Light"/>
              <a:buNone/>
              <a:defRPr>
                <a:latin typeface="DM Sans Light"/>
                <a:ea typeface="DM Sans Light"/>
                <a:cs typeface="DM Sans Light"/>
                <a:sym typeface="DM Sans Light"/>
              </a:defRPr>
            </a:lvl6pPr>
            <a:lvl7pPr lvl="6" algn="ctr">
              <a:spcBef>
                <a:spcPts val="0"/>
              </a:spcBef>
              <a:spcAft>
                <a:spcPts val="0"/>
              </a:spcAft>
              <a:buSzPts val="1400"/>
              <a:buFont typeface="DM Sans Light"/>
              <a:buNone/>
              <a:defRPr>
                <a:latin typeface="DM Sans Light"/>
                <a:ea typeface="DM Sans Light"/>
                <a:cs typeface="DM Sans Light"/>
                <a:sym typeface="DM Sans Light"/>
              </a:defRPr>
            </a:lvl7pPr>
            <a:lvl8pPr lvl="7" algn="ctr">
              <a:spcBef>
                <a:spcPts val="0"/>
              </a:spcBef>
              <a:spcAft>
                <a:spcPts val="0"/>
              </a:spcAft>
              <a:buSzPts val="1400"/>
              <a:buFont typeface="DM Sans Light"/>
              <a:buNone/>
              <a:defRPr>
                <a:latin typeface="DM Sans Light"/>
                <a:ea typeface="DM Sans Light"/>
                <a:cs typeface="DM Sans Light"/>
                <a:sym typeface="DM Sans Light"/>
              </a:defRPr>
            </a:lvl8pPr>
            <a:lvl9pPr lvl="8" algn="ctr">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280" name="Google Shape;280;p37"/>
          <p:cNvSpPr txBox="1"/>
          <p:nvPr>
            <p:ph type="title"/>
          </p:nvPr>
        </p:nvSpPr>
        <p:spPr>
          <a:xfrm>
            <a:off x="1128900" y="1430400"/>
            <a:ext cx="6886200" cy="2282700"/>
          </a:xfrm>
          <a:prstGeom prst="rect">
            <a:avLst/>
          </a:prstGeom>
        </p:spPr>
        <p:txBody>
          <a:bodyPr anchorCtr="0" anchor="ctr" bIns="0" lIns="0" spcFirstLastPara="1" rIns="0" wrap="square" tIns="0">
            <a:noAutofit/>
          </a:bodyPr>
          <a:lstStyle>
            <a:lvl1pPr lvl="0" algn="ctr">
              <a:spcBef>
                <a:spcPts val="0"/>
              </a:spcBef>
              <a:spcAft>
                <a:spcPts val="0"/>
              </a:spcAft>
              <a:buNone/>
              <a:defRPr sz="2800"/>
            </a:lvl1pPr>
            <a:lvl2pPr lvl="1" algn="ctr">
              <a:lnSpc>
                <a:spcPct val="115000"/>
              </a:lnSpc>
              <a:spcBef>
                <a:spcPts val="0"/>
              </a:spcBef>
              <a:spcAft>
                <a:spcPts val="0"/>
              </a:spcAft>
              <a:buNone/>
              <a:defRPr/>
            </a:lvl2pPr>
            <a:lvl3pPr lvl="2" algn="ctr">
              <a:lnSpc>
                <a:spcPct val="115000"/>
              </a:lnSpc>
              <a:spcBef>
                <a:spcPts val="0"/>
              </a:spcBef>
              <a:spcAft>
                <a:spcPts val="0"/>
              </a:spcAft>
              <a:buNone/>
              <a:defRPr/>
            </a:lvl3pPr>
            <a:lvl4pPr lvl="3" algn="ctr">
              <a:lnSpc>
                <a:spcPct val="115000"/>
              </a:lnSpc>
              <a:spcBef>
                <a:spcPts val="0"/>
              </a:spcBef>
              <a:spcAft>
                <a:spcPts val="0"/>
              </a:spcAft>
              <a:buNone/>
              <a:defRPr/>
            </a:lvl4pPr>
            <a:lvl5pPr lvl="4" algn="ctr">
              <a:lnSpc>
                <a:spcPct val="115000"/>
              </a:lnSpc>
              <a:spcBef>
                <a:spcPts val="0"/>
              </a:spcBef>
              <a:spcAft>
                <a:spcPts val="0"/>
              </a:spcAft>
              <a:buNone/>
              <a:defRPr/>
            </a:lvl5pPr>
            <a:lvl6pPr lvl="5" algn="ctr">
              <a:lnSpc>
                <a:spcPct val="115000"/>
              </a:lnSpc>
              <a:spcBef>
                <a:spcPts val="0"/>
              </a:spcBef>
              <a:spcAft>
                <a:spcPts val="0"/>
              </a:spcAft>
              <a:buNone/>
              <a:defRPr/>
            </a:lvl6pPr>
            <a:lvl7pPr lvl="6" algn="ctr">
              <a:lnSpc>
                <a:spcPct val="115000"/>
              </a:lnSpc>
              <a:spcBef>
                <a:spcPts val="0"/>
              </a:spcBef>
              <a:spcAft>
                <a:spcPts val="0"/>
              </a:spcAft>
              <a:buNone/>
              <a:defRPr/>
            </a:lvl7pPr>
            <a:lvl8pPr lvl="7" algn="ctr">
              <a:lnSpc>
                <a:spcPct val="115000"/>
              </a:lnSpc>
              <a:spcBef>
                <a:spcPts val="0"/>
              </a:spcBef>
              <a:spcAft>
                <a:spcPts val="0"/>
              </a:spcAft>
              <a:buNone/>
              <a:defRPr/>
            </a:lvl8pPr>
            <a:lvl9pPr lvl="8" algn="ctr">
              <a:lnSpc>
                <a:spcPct val="115000"/>
              </a:lnSpc>
              <a:spcBef>
                <a:spcPts val="0"/>
              </a:spcBef>
              <a:spcAft>
                <a:spcPts val="0"/>
              </a:spcAft>
              <a:buNone/>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overview - Six modules">
  <p:cSld name="CUSTOM_3">
    <p:bg>
      <p:bgPr>
        <a:solidFill>
          <a:schemeClr val="lt1"/>
        </a:solidFill>
      </p:bgPr>
    </p:bg>
    <p:spTree>
      <p:nvGrpSpPr>
        <p:cNvPr id="281" name="Shape 281"/>
        <p:cNvGrpSpPr/>
        <p:nvPr/>
      </p:nvGrpSpPr>
      <p:grpSpPr>
        <a:xfrm>
          <a:off x="0" y="0"/>
          <a:ext cx="0" cy="0"/>
          <a:chOff x="0" y="0"/>
          <a:chExt cx="0" cy="0"/>
        </a:xfrm>
      </p:grpSpPr>
      <p:cxnSp>
        <p:nvCxnSpPr>
          <p:cNvPr id="282" name="Google Shape;282;p38"/>
          <p:cNvCxnSpPr/>
          <p:nvPr/>
        </p:nvCxnSpPr>
        <p:spPr>
          <a:xfrm>
            <a:off x="6096087" y="1794800"/>
            <a:ext cx="0" cy="2755200"/>
          </a:xfrm>
          <a:prstGeom prst="straightConnector1">
            <a:avLst/>
          </a:prstGeom>
          <a:noFill/>
          <a:ln cap="flat" cmpd="sng" w="19050">
            <a:solidFill>
              <a:schemeClr val="lt1"/>
            </a:solidFill>
            <a:prstDash val="solid"/>
            <a:round/>
            <a:headEnd len="med" w="med" type="none"/>
            <a:tailEnd len="med" w="med" type="none"/>
          </a:ln>
        </p:spPr>
      </p:cxnSp>
      <p:cxnSp>
        <p:nvCxnSpPr>
          <p:cNvPr id="283" name="Google Shape;283;p38"/>
          <p:cNvCxnSpPr/>
          <p:nvPr/>
        </p:nvCxnSpPr>
        <p:spPr>
          <a:xfrm>
            <a:off x="3048087" y="1794800"/>
            <a:ext cx="0" cy="2755200"/>
          </a:xfrm>
          <a:prstGeom prst="straightConnector1">
            <a:avLst/>
          </a:prstGeom>
          <a:noFill/>
          <a:ln cap="flat" cmpd="sng" w="19050">
            <a:solidFill>
              <a:schemeClr val="lt1"/>
            </a:solidFill>
            <a:prstDash val="solid"/>
            <a:round/>
            <a:headEnd len="med" w="med" type="none"/>
            <a:tailEnd len="med" w="med" type="none"/>
          </a:ln>
        </p:spPr>
      </p:cxnSp>
      <p:cxnSp>
        <p:nvCxnSpPr>
          <p:cNvPr id="284" name="Google Shape;284;p38"/>
          <p:cNvCxnSpPr/>
          <p:nvPr/>
        </p:nvCxnSpPr>
        <p:spPr>
          <a:xfrm>
            <a:off x="50" y="3174279"/>
            <a:ext cx="9144000" cy="0"/>
          </a:xfrm>
          <a:prstGeom prst="straightConnector1">
            <a:avLst/>
          </a:prstGeom>
          <a:noFill/>
          <a:ln cap="flat" cmpd="sng" w="19050">
            <a:solidFill>
              <a:schemeClr val="lt1"/>
            </a:solidFill>
            <a:prstDash val="solid"/>
            <a:round/>
            <a:headEnd len="med" w="med" type="none"/>
            <a:tailEnd len="med" w="med" type="none"/>
          </a:ln>
        </p:spPr>
      </p:cxnSp>
      <p:sp>
        <p:nvSpPr>
          <p:cNvPr id="285" name="Google Shape;285;p38"/>
          <p:cNvSpPr txBox="1"/>
          <p:nvPr>
            <p:ph idx="1" type="subTitle"/>
          </p:nvPr>
        </p:nvSpPr>
        <p:spPr>
          <a:xfrm>
            <a:off x="363200" y="2516650"/>
            <a:ext cx="2321700" cy="1878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600"/>
              <a:buNone/>
              <a:defRPr sz="1600">
                <a:solidFill>
                  <a:schemeClr val="dk1"/>
                </a:solidFill>
              </a:defRPr>
            </a:lvl1pPr>
            <a:lvl2pPr lvl="1">
              <a:spcBef>
                <a:spcPts val="0"/>
              </a:spcBef>
              <a:spcAft>
                <a:spcPts val="0"/>
              </a:spcAft>
              <a:buClr>
                <a:schemeClr val="dk1"/>
              </a:buClr>
              <a:buSzPts val="1000"/>
              <a:buNone/>
              <a:defRPr sz="1000">
                <a:solidFill>
                  <a:schemeClr val="dk1"/>
                </a:solidFill>
              </a:defRPr>
            </a:lvl2pPr>
            <a:lvl3pPr lvl="2">
              <a:spcBef>
                <a:spcPts val="0"/>
              </a:spcBef>
              <a:spcAft>
                <a:spcPts val="0"/>
              </a:spcAft>
              <a:buClr>
                <a:schemeClr val="dk1"/>
              </a:buClr>
              <a:buSzPts val="1000"/>
              <a:buNone/>
              <a:defRPr sz="1000">
                <a:solidFill>
                  <a:schemeClr val="dk1"/>
                </a:solidFill>
              </a:defRPr>
            </a:lvl3pPr>
            <a:lvl4pPr lvl="3">
              <a:spcBef>
                <a:spcPts val="0"/>
              </a:spcBef>
              <a:spcAft>
                <a:spcPts val="0"/>
              </a:spcAft>
              <a:buClr>
                <a:schemeClr val="dk1"/>
              </a:buClr>
              <a:buSzPts val="1000"/>
              <a:buNone/>
              <a:defRPr sz="1000">
                <a:solidFill>
                  <a:schemeClr val="dk1"/>
                </a:solidFill>
              </a:defRPr>
            </a:lvl4pPr>
            <a:lvl5pPr lvl="4">
              <a:spcBef>
                <a:spcPts val="0"/>
              </a:spcBef>
              <a:spcAft>
                <a:spcPts val="0"/>
              </a:spcAft>
              <a:buClr>
                <a:schemeClr val="dk1"/>
              </a:buClr>
              <a:buSzPts val="1000"/>
              <a:buNone/>
              <a:defRPr sz="1000">
                <a:solidFill>
                  <a:schemeClr val="dk1"/>
                </a:solidFill>
              </a:defRPr>
            </a:lvl5pPr>
            <a:lvl6pPr lvl="5">
              <a:spcBef>
                <a:spcPts val="0"/>
              </a:spcBef>
              <a:spcAft>
                <a:spcPts val="0"/>
              </a:spcAft>
              <a:buClr>
                <a:schemeClr val="dk1"/>
              </a:buClr>
              <a:buSzPts val="1000"/>
              <a:buNone/>
              <a:defRPr sz="1000">
                <a:solidFill>
                  <a:schemeClr val="dk1"/>
                </a:solidFill>
              </a:defRPr>
            </a:lvl6pPr>
            <a:lvl7pPr lvl="6">
              <a:spcBef>
                <a:spcPts val="0"/>
              </a:spcBef>
              <a:spcAft>
                <a:spcPts val="0"/>
              </a:spcAft>
              <a:buClr>
                <a:schemeClr val="dk1"/>
              </a:buClr>
              <a:buSzPts val="1000"/>
              <a:buNone/>
              <a:defRPr sz="1000">
                <a:solidFill>
                  <a:schemeClr val="dk1"/>
                </a:solidFill>
              </a:defRPr>
            </a:lvl7pPr>
            <a:lvl8pPr lvl="7">
              <a:spcBef>
                <a:spcPts val="0"/>
              </a:spcBef>
              <a:spcAft>
                <a:spcPts val="0"/>
              </a:spcAft>
              <a:buClr>
                <a:schemeClr val="dk1"/>
              </a:buClr>
              <a:buSzPts val="1000"/>
              <a:buNone/>
              <a:defRPr sz="1000">
                <a:solidFill>
                  <a:schemeClr val="dk1"/>
                </a:solidFill>
              </a:defRPr>
            </a:lvl8pPr>
            <a:lvl9pPr lvl="8">
              <a:spcBef>
                <a:spcPts val="0"/>
              </a:spcBef>
              <a:spcAft>
                <a:spcPts val="0"/>
              </a:spcAft>
              <a:buClr>
                <a:schemeClr val="dk1"/>
              </a:buClr>
              <a:buSzPts val="1000"/>
              <a:buNone/>
              <a:defRPr sz="1000">
                <a:solidFill>
                  <a:schemeClr val="dk1"/>
                </a:solidFill>
              </a:defRPr>
            </a:lvl9pPr>
          </a:lstStyle>
          <a:p/>
        </p:txBody>
      </p:sp>
      <p:sp>
        <p:nvSpPr>
          <p:cNvPr id="286" name="Google Shape;286;p38"/>
          <p:cNvSpPr txBox="1"/>
          <p:nvPr>
            <p:ph idx="2" type="subTitle"/>
          </p:nvPr>
        </p:nvSpPr>
        <p:spPr>
          <a:xfrm>
            <a:off x="361975" y="2227250"/>
            <a:ext cx="2321700" cy="219600"/>
          </a:xfrm>
          <a:prstGeom prst="rect">
            <a:avLst/>
          </a:prstGeom>
        </p:spPr>
        <p:txBody>
          <a:bodyPr anchorCtr="0" anchor="ctr" bIns="0" lIns="0" spcFirstLastPara="1" rIns="0" wrap="square" tIns="0">
            <a:noAutofit/>
          </a:bodyPr>
          <a:lstStyle>
            <a:lvl1pPr lvl="0">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1pPr>
            <a:lvl2pPr lvl="1">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2pPr>
            <a:lvl3pPr lvl="2">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3pPr>
            <a:lvl4pPr lvl="3">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4pPr>
            <a:lvl5pPr lvl="4">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5pPr>
            <a:lvl6pPr lvl="5">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6pPr>
            <a:lvl7pPr lvl="6">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7pPr>
            <a:lvl8pPr lvl="7">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8pPr>
            <a:lvl9pPr lvl="8">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9pPr>
          </a:lstStyle>
          <a:p/>
        </p:txBody>
      </p:sp>
      <p:sp>
        <p:nvSpPr>
          <p:cNvPr id="287" name="Google Shape;287;p38"/>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288" name="Google Shape;288;p38"/>
          <p:cNvSpPr txBox="1"/>
          <p:nvPr>
            <p:ph idx="3"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289" name="Google Shape;289;p38"/>
          <p:cNvSpPr txBox="1"/>
          <p:nvPr>
            <p:ph type="title"/>
          </p:nvPr>
        </p:nvSpPr>
        <p:spPr>
          <a:xfrm>
            <a:off x="361975" y="962092"/>
            <a:ext cx="57186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solidFill>
                  <a:schemeClr val="dk1"/>
                </a:solidFill>
              </a:defRPr>
            </a:lvl1pPr>
            <a:lvl2pPr lvl="1">
              <a:lnSpc>
                <a:spcPct val="90000"/>
              </a:lnSpc>
              <a:spcBef>
                <a:spcPts val="0"/>
              </a:spcBef>
              <a:spcAft>
                <a:spcPts val="0"/>
              </a:spcAft>
              <a:buNone/>
              <a:defRPr sz="3600">
                <a:solidFill>
                  <a:schemeClr val="dk1"/>
                </a:solidFill>
              </a:defRPr>
            </a:lvl2pPr>
            <a:lvl3pPr lvl="2">
              <a:lnSpc>
                <a:spcPct val="90000"/>
              </a:lnSpc>
              <a:spcBef>
                <a:spcPts val="0"/>
              </a:spcBef>
              <a:spcAft>
                <a:spcPts val="0"/>
              </a:spcAft>
              <a:buNone/>
              <a:defRPr sz="3600">
                <a:solidFill>
                  <a:schemeClr val="dk1"/>
                </a:solidFill>
              </a:defRPr>
            </a:lvl3pPr>
            <a:lvl4pPr lvl="3">
              <a:lnSpc>
                <a:spcPct val="90000"/>
              </a:lnSpc>
              <a:spcBef>
                <a:spcPts val="0"/>
              </a:spcBef>
              <a:spcAft>
                <a:spcPts val="0"/>
              </a:spcAft>
              <a:buNone/>
              <a:defRPr sz="3600">
                <a:solidFill>
                  <a:schemeClr val="dk1"/>
                </a:solidFill>
              </a:defRPr>
            </a:lvl4pPr>
            <a:lvl5pPr lvl="4">
              <a:lnSpc>
                <a:spcPct val="90000"/>
              </a:lnSpc>
              <a:spcBef>
                <a:spcPts val="0"/>
              </a:spcBef>
              <a:spcAft>
                <a:spcPts val="0"/>
              </a:spcAft>
              <a:buNone/>
              <a:defRPr sz="3600">
                <a:solidFill>
                  <a:schemeClr val="dk1"/>
                </a:solidFill>
              </a:defRPr>
            </a:lvl5pPr>
            <a:lvl6pPr lvl="5">
              <a:lnSpc>
                <a:spcPct val="90000"/>
              </a:lnSpc>
              <a:spcBef>
                <a:spcPts val="0"/>
              </a:spcBef>
              <a:spcAft>
                <a:spcPts val="0"/>
              </a:spcAft>
              <a:buNone/>
              <a:defRPr sz="3600">
                <a:solidFill>
                  <a:schemeClr val="dk1"/>
                </a:solidFill>
              </a:defRPr>
            </a:lvl6pPr>
            <a:lvl7pPr lvl="6">
              <a:lnSpc>
                <a:spcPct val="90000"/>
              </a:lnSpc>
              <a:spcBef>
                <a:spcPts val="0"/>
              </a:spcBef>
              <a:spcAft>
                <a:spcPts val="0"/>
              </a:spcAft>
              <a:buNone/>
              <a:defRPr sz="3600">
                <a:solidFill>
                  <a:schemeClr val="dk1"/>
                </a:solidFill>
              </a:defRPr>
            </a:lvl7pPr>
            <a:lvl8pPr lvl="7">
              <a:lnSpc>
                <a:spcPct val="90000"/>
              </a:lnSpc>
              <a:spcBef>
                <a:spcPts val="0"/>
              </a:spcBef>
              <a:spcAft>
                <a:spcPts val="0"/>
              </a:spcAft>
              <a:buNone/>
              <a:defRPr sz="3600">
                <a:solidFill>
                  <a:schemeClr val="dk1"/>
                </a:solidFill>
              </a:defRPr>
            </a:lvl8pPr>
            <a:lvl9pPr lvl="8">
              <a:lnSpc>
                <a:spcPct val="90000"/>
              </a:lnSpc>
              <a:spcBef>
                <a:spcPts val="0"/>
              </a:spcBef>
              <a:spcAft>
                <a:spcPts val="0"/>
              </a:spcAft>
              <a:buNone/>
              <a:defRPr sz="3600">
                <a:solidFill>
                  <a:schemeClr val="dk1"/>
                </a:solidFill>
              </a:defRPr>
            </a:lvl9pPr>
          </a:lstStyle>
          <a:p/>
        </p:txBody>
      </p:sp>
      <p:sp>
        <p:nvSpPr>
          <p:cNvPr id="290" name="Google Shape;290;p38"/>
          <p:cNvSpPr txBox="1"/>
          <p:nvPr>
            <p:ph idx="4" type="subTitle"/>
          </p:nvPr>
        </p:nvSpPr>
        <p:spPr>
          <a:xfrm>
            <a:off x="3411825" y="2516650"/>
            <a:ext cx="2321700" cy="1878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600"/>
              <a:buNone/>
              <a:defRPr sz="1600">
                <a:solidFill>
                  <a:schemeClr val="dk1"/>
                </a:solidFill>
              </a:defRPr>
            </a:lvl1pPr>
            <a:lvl2pPr lvl="1">
              <a:spcBef>
                <a:spcPts val="0"/>
              </a:spcBef>
              <a:spcAft>
                <a:spcPts val="0"/>
              </a:spcAft>
              <a:buClr>
                <a:schemeClr val="dk1"/>
              </a:buClr>
              <a:buSzPts val="1000"/>
              <a:buNone/>
              <a:defRPr sz="1000">
                <a:solidFill>
                  <a:schemeClr val="dk1"/>
                </a:solidFill>
              </a:defRPr>
            </a:lvl2pPr>
            <a:lvl3pPr lvl="2">
              <a:spcBef>
                <a:spcPts val="0"/>
              </a:spcBef>
              <a:spcAft>
                <a:spcPts val="0"/>
              </a:spcAft>
              <a:buClr>
                <a:schemeClr val="dk1"/>
              </a:buClr>
              <a:buSzPts val="1000"/>
              <a:buNone/>
              <a:defRPr sz="1000">
                <a:solidFill>
                  <a:schemeClr val="dk1"/>
                </a:solidFill>
              </a:defRPr>
            </a:lvl3pPr>
            <a:lvl4pPr lvl="3">
              <a:spcBef>
                <a:spcPts val="0"/>
              </a:spcBef>
              <a:spcAft>
                <a:spcPts val="0"/>
              </a:spcAft>
              <a:buClr>
                <a:schemeClr val="dk1"/>
              </a:buClr>
              <a:buSzPts val="1000"/>
              <a:buNone/>
              <a:defRPr sz="1000">
                <a:solidFill>
                  <a:schemeClr val="dk1"/>
                </a:solidFill>
              </a:defRPr>
            </a:lvl4pPr>
            <a:lvl5pPr lvl="4">
              <a:spcBef>
                <a:spcPts val="0"/>
              </a:spcBef>
              <a:spcAft>
                <a:spcPts val="0"/>
              </a:spcAft>
              <a:buClr>
                <a:schemeClr val="dk1"/>
              </a:buClr>
              <a:buSzPts val="1000"/>
              <a:buNone/>
              <a:defRPr sz="1000">
                <a:solidFill>
                  <a:schemeClr val="dk1"/>
                </a:solidFill>
              </a:defRPr>
            </a:lvl5pPr>
            <a:lvl6pPr lvl="5">
              <a:spcBef>
                <a:spcPts val="0"/>
              </a:spcBef>
              <a:spcAft>
                <a:spcPts val="0"/>
              </a:spcAft>
              <a:buClr>
                <a:schemeClr val="dk1"/>
              </a:buClr>
              <a:buSzPts val="1000"/>
              <a:buNone/>
              <a:defRPr sz="1000">
                <a:solidFill>
                  <a:schemeClr val="dk1"/>
                </a:solidFill>
              </a:defRPr>
            </a:lvl6pPr>
            <a:lvl7pPr lvl="6">
              <a:spcBef>
                <a:spcPts val="0"/>
              </a:spcBef>
              <a:spcAft>
                <a:spcPts val="0"/>
              </a:spcAft>
              <a:buClr>
                <a:schemeClr val="dk1"/>
              </a:buClr>
              <a:buSzPts val="1000"/>
              <a:buNone/>
              <a:defRPr sz="1000">
                <a:solidFill>
                  <a:schemeClr val="dk1"/>
                </a:solidFill>
              </a:defRPr>
            </a:lvl7pPr>
            <a:lvl8pPr lvl="7">
              <a:spcBef>
                <a:spcPts val="0"/>
              </a:spcBef>
              <a:spcAft>
                <a:spcPts val="0"/>
              </a:spcAft>
              <a:buClr>
                <a:schemeClr val="dk1"/>
              </a:buClr>
              <a:buSzPts val="1000"/>
              <a:buNone/>
              <a:defRPr sz="1000">
                <a:solidFill>
                  <a:schemeClr val="dk1"/>
                </a:solidFill>
              </a:defRPr>
            </a:lvl8pPr>
            <a:lvl9pPr lvl="8">
              <a:spcBef>
                <a:spcPts val="0"/>
              </a:spcBef>
              <a:spcAft>
                <a:spcPts val="0"/>
              </a:spcAft>
              <a:buClr>
                <a:schemeClr val="dk1"/>
              </a:buClr>
              <a:buSzPts val="1000"/>
              <a:buNone/>
              <a:defRPr sz="1000">
                <a:solidFill>
                  <a:schemeClr val="dk1"/>
                </a:solidFill>
              </a:defRPr>
            </a:lvl9pPr>
          </a:lstStyle>
          <a:p/>
        </p:txBody>
      </p:sp>
      <p:sp>
        <p:nvSpPr>
          <p:cNvPr id="291" name="Google Shape;291;p38"/>
          <p:cNvSpPr txBox="1"/>
          <p:nvPr>
            <p:ph idx="5" type="subTitle"/>
          </p:nvPr>
        </p:nvSpPr>
        <p:spPr>
          <a:xfrm>
            <a:off x="3410600" y="2227250"/>
            <a:ext cx="2321700" cy="219600"/>
          </a:xfrm>
          <a:prstGeom prst="rect">
            <a:avLst/>
          </a:prstGeom>
        </p:spPr>
        <p:txBody>
          <a:bodyPr anchorCtr="0" anchor="ctr" bIns="0" lIns="0" spcFirstLastPara="1" rIns="0" wrap="square" tIns="0">
            <a:noAutofit/>
          </a:bodyPr>
          <a:lstStyle>
            <a:lvl1pPr lvl="0">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1pPr>
            <a:lvl2pPr lvl="1">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2pPr>
            <a:lvl3pPr lvl="2">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3pPr>
            <a:lvl4pPr lvl="3">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4pPr>
            <a:lvl5pPr lvl="4">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5pPr>
            <a:lvl6pPr lvl="5">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6pPr>
            <a:lvl7pPr lvl="6">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7pPr>
            <a:lvl8pPr lvl="7">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8pPr>
            <a:lvl9pPr lvl="8">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9pPr>
          </a:lstStyle>
          <a:p/>
        </p:txBody>
      </p:sp>
      <p:sp>
        <p:nvSpPr>
          <p:cNvPr id="292" name="Google Shape;292;p38"/>
          <p:cNvSpPr txBox="1"/>
          <p:nvPr>
            <p:ph idx="6" type="subTitle"/>
          </p:nvPr>
        </p:nvSpPr>
        <p:spPr>
          <a:xfrm>
            <a:off x="6460475" y="2516650"/>
            <a:ext cx="2321700" cy="1878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600"/>
              <a:buNone/>
              <a:defRPr sz="1600">
                <a:solidFill>
                  <a:schemeClr val="dk1"/>
                </a:solidFill>
              </a:defRPr>
            </a:lvl1pPr>
            <a:lvl2pPr lvl="1">
              <a:spcBef>
                <a:spcPts val="0"/>
              </a:spcBef>
              <a:spcAft>
                <a:spcPts val="0"/>
              </a:spcAft>
              <a:buClr>
                <a:schemeClr val="dk1"/>
              </a:buClr>
              <a:buSzPts val="1000"/>
              <a:buNone/>
              <a:defRPr sz="1000">
                <a:solidFill>
                  <a:schemeClr val="dk1"/>
                </a:solidFill>
              </a:defRPr>
            </a:lvl2pPr>
            <a:lvl3pPr lvl="2">
              <a:spcBef>
                <a:spcPts val="0"/>
              </a:spcBef>
              <a:spcAft>
                <a:spcPts val="0"/>
              </a:spcAft>
              <a:buClr>
                <a:schemeClr val="dk1"/>
              </a:buClr>
              <a:buSzPts val="1000"/>
              <a:buNone/>
              <a:defRPr sz="1000">
                <a:solidFill>
                  <a:schemeClr val="dk1"/>
                </a:solidFill>
              </a:defRPr>
            </a:lvl3pPr>
            <a:lvl4pPr lvl="3">
              <a:spcBef>
                <a:spcPts val="0"/>
              </a:spcBef>
              <a:spcAft>
                <a:spcPts val="0"/>
              </a:spcAft>
              <a:buClr>
                <a:schemeClr val="dk1"/>
              </a:buClr>
              <a:buSzPts val="1000"/>
              <a:buNone/>
              <a:defRPr sz="1000">
                <a:solidFill>
                  <a:schemeClr val="dk1"/>
                </a:solidFill>
              </a:defRPr>
            </a:lvl4pPr>
            <a:lvl5pPr lvl="4">
              <a:spcBef>
                <a:spcPts val="0"/>
              </a:spcBef>
              <a:spcAft>
                <a:spcPts val="0"/>
              </a:spcAft>
              <a:buClr>
                <a:schemeClr val="dk1"/>
              </a:buClr>
              <a:buSzPts val="1000"/>
              <a:buNone/>
              <a:defRPr sz="1000">
                <a:solidFill>
                  <a:schemeClr val="dk1"/>
                </a:solidFill>
              </a:defRPr>
            </a:lvl5pPr>
            <a:lvl6pPr lvl="5">
              <a:spcBef>
                <a:spcPts val="0"/>
              </a:spcBef>
              <a:spcAft>
                <a:spcPts val="0"/>
              </a:spcAft>
              <a:buClr>
                <a:schemeClr val="dk1"/>
              </a:buClr>
              <a:buSzPts val="1000"/>
              <a:buNone/>
              <a:defRPr sz="1000">
                <a:solidFill>
                  <a:schemeClr val="dk1"/>
                </a:solidFill>
              </a:defRPr>
            </a:lvl6pPr>
            <a:lvl7pPr lvl="6">
              <a:spcBef>
                <a:spcPts val="0"/>
              </a:spcBef>
              <a:spcAft>
                <a:spcPts val="0"/>
              </a:spcAft>
              <a:buClr>
                <a:schemeClr val="dk1"/>
              </a:buClr>
              <a:buSzPts val="1000"/>
              <a:buNone/>
              <a:defRPr sz="1000">
                <a:solidFill>
                  <a:schemeClr val="dk1"/>
                </a:solidFill>
              </a:defRPr>
            </a:lvl7pPr>
            <a:lvl8pPr lvl="7">
              <a:spcBef>
                <a:spcPts val="0"/>
              </a:spcBef>
              <a:spcAft>
                <a:spcPts val="0"/>
              </a:spcAft>
              <a:buClr>
                <a:schemeClr val="dk1"/>
              </a:buClr>
              <a:buSzPts val="1000"/>
              <a:buNone/>
              <a:defRPr sz="1000">
                <a:solidFill>
                  <a:schemeClr val="dk1"/>
                </a:solidFill>
              </a:defRPr>
            </a:lvl8pPr>
            <a:lvl9pPr lvl="8">
              <a:spcBef>
                <a:spcPts val="0"/>
              </a:spcBef>
              <a:spcAft>
                <a:spcPts val="0"/>
              </a:spcAft>
              <a:buClr>
                <a:schemeClr val="dk1"/>
              </a:buClr>
              <a:buSzPts val="1000"/>
              <a:buNone/>
              <a:defRPr sz="1000">
                <a:solidFill>
                  <a:schemeClr val="dk1"/>
                </a:solidFill>
              </a:defRPr>
            </a:lvl9pPr>
          </a:lstStyle>
          <a:p/>
        </p:txBody>
      </p:sp>
      <p:sp>
        <p:nvSpPr>
          <p:cNvPr id="293" name="Google Shape;293;p38"/>
          <p:cNvSpPr txBox="1"/>
          <p:nvPr>
            <p:ph idx="7" type="subTitle"/>
          </p:nvPr>
        </p:nvSpPr>
        <p:spPr>
          <a:xfrm>
            <a:off x="6459250" y="2227250"/>
            <a:ext cx="2321700" cy="219600"/>
          </a:xfrm>
          <a:prstGeom prst="rect">
            <a:avLst/>
          </a:prstGeom>
        </p:spPr>
        <p:txBody>
          <a:bodyPr anchorCtr="0" anchor="ctr" bIns="0" lIns="0" spcFirstLastPara="1" rIns="0" wrap="square" tIns="0">
            <a:noAutofit/>
          </a:bodyPr>
          <a:lstStyle>
            <a:lvl1pPr lvl="0">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1pPr>
            <a:lvl2pPr lvl="1">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2pPr>
            <a:lvl3pPr lvl="2">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3pPr>
            <a:lvl4pPr lvl="3">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4pPr>
            <a:lvl5pPr lvl="4">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5pPr>
            <a:lvl6pPr lvl="5">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6pPr>
            <a:lvl7pPr lvl="6">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7pPr>
            <a:lvl8pPr lvl="7">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8pPr>
            <a:lvl9pPr lvl="8">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9pPr>
          </a:lstStyle>
          <a:p/>
        </p:txBody>
      </p:sp>
      <p:sp>
        <p:nvSpPr>
          <p:cNvPr id="294" name="Google Shape;294;p38"/>
          <p:cNvSpPr txBox="1"/>
          <p:nvPr>
            <p:ph idx="8" type="subTitle"/>
          </p:nvPr>
        </p:nvSpPr>
        <p:spPr>
          <a:xfrm>
            <a:off x="363200" y="3864775"/>
            <a:ext cx="2321700" cy="1878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600"/>
              <a:buNone/>
              <a:defRPr sz="1600">
                <a:solidFill>
                  <a:schemeClr val="dk1"/>
                </a:solidFill>
              </a:defRPr>
            </a:lvl1pPr>
            <a:lvl2pPr lvl="1">
              <a:spcBef>
                <a:spcPts val="0"/>
              </a:spcBef>
              <a:spcAft>
                <a:spcPts val="0"/>
              </a:spcAft>
              <a:buClr>
                <a:schemeClr val="dk1"/>
              </a:buClr>
              <a:buSzPts val="1000"/>
              <a:buNone/>
              <a:defRPr sz="1000">
                <a:solidFill>
                  <a:schemeClr val="dk1"/>
                </a:solidFill>
              </a:defRPr>
            </a:lvl2pPr>
            <a:lvl3pPr lvl="2">
              <a:spcBef>
                <a:spcPts val="0"/>
              </a:spcBef>
              <a:spcAft>
                <a:spcPts val="0"/>
              </a:spcAft>
              <a:buClr>
                <a:schemeClr val="dk1"/>
              </a:buClr>
              <a:buSzPts val="1000"/>
              <a:buNone/>
              <a:defRPr sz="1000">
                <a:solidFill>
                  <a:schemeClr val="dk1"/>
                </a:solidFill>
              </a:defRPr>
            </a:lvl3pPr>
            <a:lvl4pPr lvl="3">
              <a:spcBef>
                <a:spcPts val="0"/>
              </a:spcBef>
              <a:spcAft>
                <a:spcPts val="0"/>
              </a:spcAft>
              <a:buClr>
                <a:schemeClr val="dk1"/>
              </a:buClr>
              <a:buSzPts val="1000"/>
              <a:buNone/>
              <a:defRPr sz="1000">
                <a:solidFill>
                  <a:schemeClr val="dk1"/>
                </a:solidFill>
              </a:defRPr>
            </a:lvl4pPr>
            <a:lvl5pPr lvl="4">
              <a:spcBef>
                <a:spcPts val="0"/>
              </a:spcBef>
              <a:spcAft>
                <a:spcPts val="0"/>
              </a:spcAft>
              <a:buClr>
                <a:schemeClr val="dk1"/>
              </a:buClr>
              <a:buSzPts val="1000"/>
              <a:buNone/>
              <a:defRPr sz="1000">
                <a:solidFill>
                  <a:schemeClr val="dk1"/>
                </a:solidFill>
              </a:defRPr>
            </a:lvl5pPr>
            <a:lvl6pPr lvl="5">
              <a:spcBef>
                <a:spcPts val="0"/>
              </a:spcBef>
              <a:spcAft>
                <a:spcPts val="0"/>
              </a:spcAft>
              <a:buClr>
                <a:schemeClr val="dk1"/>
              </a:buClr>
              <a:buSzPts val="1000"/>
              <a:buNone/>
              <a:defRPr sz="1000">
                <a:solidFill>
                  <a:schemeClr val="dk1"/>
                </a:solidFill>
              </a:defRPr>
            </a:lvl6pPr>
            <a:lvl7pPr lvl="6">
              <a:spcBef>
                <a:spcPts val="0"/>
              </a:spcBef>
              <a:spcAft>
                <a:spcPts val="0"/>
              </a:spcAft>
              <a:buClr>
                <a:schemeClr val="dk1"/>
              </a:buClr>
              <a:buSzPts val="1000"/>
              <a:buNone/>
              <a:defRPr sz="1000">
                <a:solidFill>
                  <a:schemeClr val="dk1"/>
                </a:solidFill>
              </a:defRPr>
            </a:lvl7pPr>
            <a:lvl8pPr lvl="7">
              <a:spcBef>
                <a:spcPts val="0"/>
              </a:spcBef>
              <a:spcAft>
                <a:spcPts val="0"/>
              </a:spcAft>
              <a:buClr>
                <a:schemeClr val="dk1"/>
              </a:buClr>
              <a:buSzPts val="1000"/>
              <a:buNone/>
              <a:defRPr sz="1000">
                <a:solidFill>
                  <a:schemeClr val="dk1"/>
                </a:solidFill>
              </a:defRPr>
            </a:lvl8pPr>
            <a:lvl9pPr lvl="8">
              <a:spcBef>
                <a:spcPts val="0"/>
              </a:spcBef>
              <a:spcAft>
                <a:spcPts val="0"/>
              </a:spcAft>
              <a:buClr>
                <a:schemeClr val="dk1"/>
              </a:buClr>
              <a:buSzPts val="1000"/>
              <a:buNone/>
              <a:defRPr sz="1000">
                <a:solidFill>
                  <a:schemeClr val="dk1"/>
                </a:solidFill>
              </a:defRPr>
            </a:lvl9pPr>
          </a:lstStyle>
          <a:p/>
        </p:txBody>
      </p:sp>
      <p:sp>
        <p:nvSpPr>
          <p:cNvPr id="295" name="Google Shape;295;p38"/>
          <p:cNvSpPr txBox="1"/>
          <p:nvPr>
            <p:ph idx="9" type="subTitle"/>
          </p:nvPr>
        </p:nvSpPr>
        <p:spPr>
          <a:xfrm>
            <a:off x="361975" y="3575375"/>
            <a:ext cx="2321700" cy="219600"/>
          </a:xfrm>
          <a:prstGeom prst="rect">
            <a:avLst/>
          </a:prstGeom>
        </p:spPr>
        <p:txBody>
          <a:bodyPr anchorCtr="0" anchor="ctr" bIns="0" lIns="0" spcFirstLastPara="1" rIns="0" wrap="square" tIns="0">
            <a:noAutofit/>
          </a:bodyPr>
          <a:lstStyle>
            <a:lvl1pPr lvl="0">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1pPr>
            <a:lvl2pPr lvl="1">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2pPr>
            <a:lvl3pPr lvl="2">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3pPr>
            <a:lvl4pPr lvl="3">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4pPr>
            <a:lvl5pPr lvl="4">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5pPr>
            <a:lvl6pPr lvl="5">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6pPr>
            <a:lvl7pPr lvl="6">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7pPr>
            <a:lvl8pPr lvl="7">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8pPr>
            <a:lvl9pPr lvl="8">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9pPr>
          </a:lstStyle>
          <a:p/>
        </p:txBody>
      </p:sp>
      <p:sp>
        <p:nvSpPr>
          <p:cNvPr id="296" name="Google Shape;296;p38"/>
          <p:cNvSpPr txBox="1"/>
          <p:nvPr>
            <p:ph idx="13" type="subTitle"/>
          </p:nvPr>
        </p:nvSpPr>
        <p:spPr>
          <a:xfrm>
            <a:off x="3411825" y="3864775"/>
            <a:ext cx="2321700" cy="1878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600"/>
              <a:buNone/>
              <a:defRPr sz="1600">
                <a:solidFill>
                  <a:schemeClr val="dk1"/>
                </a:solidFill>
              </a:defRPr>
            </a:lvl1pPr>
            <a:lvl2pPr lvl="1">
              <a:spcBef>
                <a:spcPts val="0"/>
              </a:spcBef>
              <a:spcAft>
                <a:spcPts val="0"/>
              </a:spcAft>
              <a:buClr>
                <a:schemeClr val="dk1"/>
              </a:buClr>
              <a:buSzPts val="1000"/>
              <a:buNone/>
              <a:defRPr sz="1000">
                <a:solidFill>
                  <a:schemeClr val="dk1"/>
                </a:solidFill>
              </a:defRPr>
            </a:lvl2pPr>
            <a:lvl3pPr lvl="2">
              <a:spcBef>
                <a:spcPts val="0"/>
              </a:spcBef>
              <a:spcAft>
                <a:spcPts val="0"/>
              </a:spcAft>
              <a:buClr>
                <a:schemeClr val="dk1"/>
              </a:buClr>
              <a:buSzPts val="1000"/>
              <a:buNone/>
              <a:defRPr sz="1000">
                <a:solidFill>
                  <a:schemeClr val="dk1"/>
                </a:solidFill>
              </a:defRPr>
            </a:lvl3pPr>
            <a:lvl4pPr lvl="3">
              <a:spcBef>
                <a:spcPts val="0"/>
              </a:spcBef>
              <a:spcAft>
                <a:spcPts val="0"/>
              </a:spcAft>
              <a:buClr>
                <a:schemeClr val="dk1"/>
              </a:buClr>
              <a:buSzPts val="1000"/>
              <a:buNone/>
              <a:defRPr sz="1000">
                <a:solidFill>
                  <a:schemeClr val="dk1"/>
                </a:solidFill>
              </a:defRPr>
            </a:lvl4pPr>
            <a:lvl5pPr lvl="4">
              <a:spcBef>
                <a:spcPts val="0"/>
              </a:spcBef>
              <a:spcAft>
                <a:spcPts val="0"/>
              </a:spcAft>
              <a:buClr>
                <a:schemeClr val="dk1"/>
              </a:buClr>
              <a:buSzPts val="1000"/>
              <a:buNone/>
              <a:defRPr sz="1000">
                <a:solidFill>
                  <a:schemeClr val="dk1"/>
                </a:solidFill>
              </a:defRPr>
            </a:lvl5pPr>
            <a:lvl6pPr lvl="5">
              <a:spcBef>
                <a:spcPts val="0"/>
              </a:spcBef>
              <a:spcAft>
                <a:spcPts val="0"/>
              </a:spcAft>
              <a:buClr>
                <a:schemeClr val="dk1"/>
              </a:buClr>
              <a:buSzPts val="1000"/>
              <a:buNone/>
              <a:defRPr sz="1000">
                <a:solidFill>
                  <a:schemeClr val="dk1"/>
                </a:solidFill>
              </a:defRPr>
            </a:lvl6pPr>
            <a:lvl7pPr lvl="6">
              <a:spcBef>
                <a:spcPts val="0"/>
              </a:spcBef>
              <a:spcAft>
                <a:spcPts val="0"/>
              </a:spcAft>
              <a:buClr>
                <a:schemeClr val="dk1"/>
              </a:buClr>
              <a:buSzPts val="1000"/>
              <a:buNone/>
              <a:defRPr sz="1000">
                <a:solidFill>
                  <a:schemeClr val="dk1"/>
                </a:solidFill>
              </a:defRPr>
            </a:lvl7pPr>
            <a:lvl8pPr lvl="7">
              <a:spcBef>
                <a:spcPts val="0"/>
              </a:spcBef>
              <a:spcAft>
                <a:spcPts val="0"/>
              </a:spcAft>
              <a:buClr>
                <a:schemeClr val="dk1"/>
              </a:buClr>
              <a:buSzPts val="1000"/>
              <a:buNone/>
              <a:defRPr sz="1000">
                <a:solidFill>
                  <a:schemeClr val="dk1"/>
                </a:solidFill>
              </a:defRPr>
            </a:lvl8pPr>
            <a:lvl9pPr lvl="8">
              <a:spcBef>
                <a:spcPts val="0"/>
              </a:spcBef>
              <a:spcAft>
                <a:spcPts val="0"/>
              </a:spcAft>
              <a:buClr>
                <a:schemeClr val="dk1"/>
              </a:buClr>
              <a:buSzPts val="1000"/>
              <a:buNone/>
              <a:defRPr sz="1000">
                <a:solidFill>
                  <a:schemeClr val="dk1"/>
                </a:solidFill>
              </a:defRPr>
            </a:lvl9pPr>
          </a:lstStyle>
          <a:p/>
        </p:txBody>
      </p:sp>
      <p:sp>
        <p:nvSpPr>
          <p:cNvPr id="297" name="Google Shape;297;p38"/>
          <p:cNvSpPr txBox="1"/>
          <p:nvPr>
            <p:ph idx="14" type="subTitle"/>
          </p:nvPr>
        </p:nvSpPr>
        <p:spPr>
          <a:xfrm>
            <a:off x="3410600" y="3575375"/>
            <a:ext cx="2321700" cy="219600"/>
          </a:xfrm>
          <a:prstGeom prst="rect">
            <a:avLst/>
          </a:prstGeom>
        </p:spPr>
        <p:txBody>
          <a:bodyPr anchorCtr="0" anchor="ctr" bIns="0" lIns="0" spcFirstLastPara="1" rIns="0" wrap="square" tIns="0">
            <a:noAutofit/>
          </a:bodyPr>
          <a:lstStyle>
            <a:lvl1pPr lvl="0">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1pPr>
            <a:lvl2pPr lvl="1">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2pPr>
            <a:lvl3pPr lvl="2">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3pPr>
            <a:lvl4pPr lvl="3">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4pPr>
            <a:lvl5pPr lvl="4">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5pPr>
            <a:lvl6pPr lvl="5">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6pPr>
            <a:lvl7pPr lvl="6">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7pPr>
            <a:lvl8pPr lvl="7">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8pPr>
            <a:lvl9pPr lvl="8">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9pPr>
          </a:lstStyle>
          <a:p/>
        </p:txBody>
      </p:sp>
      <p:sp>
        <p:nvSpPr>
          <p:cNvPr id="298" name="Google Shape;298;p38"/>
          <p:cNvSpPr txBox="1"/>
          <p:nvPr>
            <p:ph idx="15" type="subTitle"/>
          </p:nvPr>
        </p:nvSpPr>
        <p:spPr>
          <a:xfrm>
            <a:off x="6460475" y="3864775"/>
            <a:ext cx="2321700" cy="187800"/>
          </a:xfrm>
          <a:prstGeom prst="rect">
            <a:avLst/>
          </a:prstGeom>
        </p:spPr>
        <p:txBody>
          <a:bodyPr anchorCtr="0" anchor="t" bIns="0" lIns="0" spcFirstLastPara="1" rIns="0" wrap="square" tIns="0">
            <a:noAutofit/>
          </a:bodyPr>
          <a:lstStyle>
            <a:lvl1pPr lvl="0">
              <a:spcBef>
                <a:spcPts val="0"/>
              </a:spcBef>
              <a:spcAft>
                <a:spcPts val="0"/>
              </a:spcAft>
              <a:buClr>
                <a:schemeClr val="dk1"/>
              </a:buClr>
              <a:buSzPts val="1600"/>
              <a:buNone/>
              <a:defRPr sz="1600">
                <a:solidFill>
                  <a:schemeClr val="dk1"/>
                </a:solidFill>
              </a:defRPr>
            </a:lvl1pPr>
            <a:lvl2pPr lvl="1">
              <a:spcBef>
                <a:spcPts val="0"/>
              </a:spcBef>
              <a:spcAft>
                <a:spcPts val="0"/>
              </a:spcAft>
              <a:buClr>
                <a:schemeClr val="dk1"/>
              </a:buClr>
              <a:buSzPts val="1000"/>
              <a:buNone/>
              <a:defRPr sz="1000">
                <a:solidFill>
                  <a:schemeClr val="dk1"/>
                </a:solidFill>
              </a:defRPr>
            </a:lvl2pPr>
            <a:lvl3pPr lvl="2">
              <a:spcBef>
                <a:spcPts val="0"/>
              </a:spcBef>
              <a:spcAft>
                <a:spcPts val="0"/>
              </a:spcAft>
              <a:buClr>
                <a:schemeClr val="dk1"/>
              </a:buClr>
              <a:buSzPts val="1000"/>
              <a:buNone/>
              <a:defRPr sz="1000">
                <a:solidFill>
                  <a:schemeClr val="dk1"/>
                </a:solidFill>
              </a:defRPr>
            </a:lvl3pPr>
            <a:lvl4pPr lvl="3">
              <a:spcBef>
                <a:spcPts val="0"/>
              </a:spcBef>
              <a:spcAft>
                <a:spcPts val="0"/>
              </a:spcAft>
              <a:buClr>
                <a:schemeClr val="dk1"/>
              </a:buClr>
              <a:buSzPts val="1000"/>
              <a:buNone/>
              <a:defRPr sz="1000">
                <a:solidFill>
                  <a:schemeClr val="dk1"/>
                </a:solidFill>
              </a:defRPr>
            </a:lvl4pPr>
            <a:lvl5pPr lvl="4">
              <a:spcBef>
                <a:spcPts val="0"/>
              </a:spcBef>
              <a:spcAft>
                <a:spcPts val="0"/>
              </a:spcAft>
              <a:buClr>
                <a:schemeClr val="dk1"/>
              </a:buClr>
              <a:buSzPts val="1000"/>
              <a:buNone/>
              <a:defRPr sz="1000">
                <a:solidFill>
                  <a:schemeClr val="dk1"/>
                </a:solidFill>
              </a:defRPr>
            </a:lvl5pPr>
            <a:lvl6pPr lvl="5">
              <a:spcBef>
                <a:spcPts val="0"/>
              </a:spcBef>
              <a:spcAft>
                <a:spcPts val="0"/>
              </a:spcAft>
              <a:buClr>
                <a:schemeClr val="dk1"/>
              </a:buClr>
              <a:buSzPts val="1000"/>
              <a:buNone/>
              <a:defRPr sz="1000">
                <a:solidFill>
                  <a:schemeClr val="dk1"/>
                </a:solidFill>
              </a:defRPr>
            </a:lvl6pPr>
            <a:lvl7pPr lvl="6">
              <a:spcBef>
                <a:spcPts val="0"/>
              </a:spcBef>
              <a:spcAft>
                <a:spcPts val="0"/>
              </a:spcAft>
              <a:buClr>
                <a:schemeClr val="dk1"/>
              </a:buClr>
              <a:buSzPts val="1000"/>
              <a:buNone/>
              <a:defRPr sz="1000">
                <a:solidFill>
                  <a:schemeClr val="dk1"/>
                </a:solidFill>
              </a:defRPr>
            </a:lvl7pPr>
            <a:lvl8pPr lvl="7">
              <a:spcBef>
                <a:spcPts val="0"/>
              </a:spcBef>
              <a:spcAft>
                <a:spcPts val="0"/>
              </a:spcAft>
              <a:buClr>
                <a:schemeClr val="dk1"/>
              </a:buClr>
              <a:buSzPts val="1000"/>
              <a:buNone/>
              <a:defRPr sz="1000">
                <a:solidFill>
                  <a:schemeClr val="dk1"/>
                </a:solidFill>
              </a:defRPr>
            </a:lvl8pPr>
            <a:lvl9pPr lvl="8">
              <a:spcBef>
                <a:spcPts val="0"/>
              </a:spcBef>
              <a:spcAft>
                <a:spcPts val="0"/>
              </a:spcAft>
              <a:buClr>
                <a:schemeClr val="dk1"/>
              </a:buClr>
              <a:buSzPts val="1000"/>
              <a:buNone/>
              <a:defRPr sz="1000">
                <a:solidFill>
                  <a:schemeClr val="dk1"/>
                </a:solidFill>
              </a:defRPr>
            </a:lvl9pPr>
          </a:lstStyle>
          <a:p/>
        </p:txBody>
      </p:sp>
      <p:sp>
        <p:nvSpPr>
          <p:cNvPr id="299" name="Google Shape;299;p38"/>
          <p:cNvSpPr txBox="1"/>
          <p:nvPr>
            <p:ph idx="16" type="subTitle"/>
          </p:nvPr>
        </p:nvSpPr>
        <p:spPr>
          <a:xfrm>
            <a:off x="6459250" y="3575375"/>
            <a:ext cx="2321700" cy="219600"/>
          </a:xfrm>
          <a:prstGeom prst="rect">
            <a:avLst/>
          </a:prstGeom>
        </p:spPr>
        <p:txBody>
          <a:bodyPr anchorCtr="0" anchor="ctr" bIns="0" lIns="0" spcFirstLastPara="1" rIns="0" wrap="square" tIns="0">
            <a:noAutofit/>
          </a:bodyPr>
          <a:lstStyle>
            <a:lvl1pPr lvl="0">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1pPr>
            <a:lvl2pPr lvl="1">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2pPr>
            <a:lvl3pPr lvl="2">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3pPr>
            <a:lvl4pPr lvl="3">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4pPr>
            <a:lvl5pPr lvl="4">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5pPr>
            <a:lvl6pPr lvl="5">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6pPr>
            <a:lvl7pPr lvl="6">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7pPr>
            <a:lvl8pPr lvl="7">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8pPr>
            <a:lvl9pPr lvl="8">
              <a:spcBef>
                <a:spcPts val="0"/>
              </a:spcBef>
              <a:spcAft>
                <a:spcPts val="0"/>
              </a:spcAft>
              <a:buClr>
                <a:schemeClr val="accent2"/>
              </a:buClr>
              <a:buSzPts val="1000"/>
              <a:buFont typeface="DM Sans Light"/>
              <a:buNone/>
              <a:defRPr sz="1000">
                <a:solidFill>
                  <a:schemeClr val="accent2"/>
                </a:solidFill>
                <a:latin typeface="DM Sans Light"/>
                <a:ea typeface="DM Sans Light"/>
                <a:cs typeface="DM Sans Light"/>
                <a:sym typeface="DM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udience - Alt 1">
  <p:cSld name="CUSTOM_4">
    <p:spTree>
      <p:nvGrpSpPr>
        <p:cNvPr id="300" name="Shape 300"/>
        <p:cNvGrpSpPr/>
        <p:nvPr/>
      </p:nvGrpSpPr>
      <p:grpSpPr>
        <a:xfrm>
          <a:off x="0" y="0"/>
          <a:ext cx="0" cy="0"/>
          <a:chOff x="0" y="0"/>
          <a:chExt cx="0" cy="0"/>
        </a:xfrm>
      </p:grpSpPr>
      <p:sp>
        <p:nvSpPr>
          <p:cNvPr id="301" name="Google Shape;301;p39"/>
          <p:cNvSpPr txBox="1"/>
          <p:nvPr>
            <p:ph idx="1" type="subTitle"/>
          </p:nvPr>
        </p:nvSpPr>
        <p:spPr>
          <a:xfrm>
            <a:off x="742900" y="2158550"/>
            <a:ext cx="3213000" cy="138600"/>
          </a:xfrm>
          <a:prstGeom prst="rect">
            <a:avLst/>
          </a:prstGeom>
        </p:spPr>
        <p:txBody>
          <a:bodyPr anchorCtr="0" anchor="t"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400"/>
              <a:buFont typeface="DM Sans SemiBold"/>
              <a:buNone/>
              <a:defRPr>
                <a:latin typeface="DM Sans SemiBold"/>
                <a:ea typeface="DM Sans SemiBold"/>
                <a:cs typeface="DM Sans SemiBold"/>
                <a:sym typeface="DM Sans SemiBold"/>
              </a:defRPr>
            </a:lvl2pPr>
            <a:lvl3pPr lvl="2">
              <a:spcBef>
                <a:spcPts val="0"/>
              </a:spcBef>
              <a:spcAft>
                <a:spcPts val="0"/>
              </a:spcAft>
              <a:buSzPts val="1400"/>
              <a:buFont typeface="DM Sans SemiBold"/>
              <a:buNone/>
              <a:defRPr>
                <a:latin typeface="DM Sans SemiBold"/>
                <a:ea typeface="DM Sans SemiBold"/>
                <a:cs typeface="DM Sans SemiBold"/>
                <a:sym typeface="DM Sans SemiBold"/>
              </a:defRPr>
            </a:lvl3pPr>
            <a:lvl4pPr lvl="3">
              <a:spcBef>
                <a:spcPts val="0"/>
              </a:spcBef>
              <a:spcAft>
                <a:spcPts val="0"/>
              </a:spcAft>
              <a:buSzPts val="1400"/>
              <a:buFont typeface="DM Sans SemiBold"/>
              <a:buNone/>
              <a:defRPr>
                <a:latin typeface="DM Sans SemiBold"/>
                <a:ea typeface="DM Sans SemiBold"/>
                <a:cs typeface="DM Sans SemiBold"/>
                <a:sym typeface="DM Sans SemiBold"/>
              </a:defRPr>
            </a:lvl4pPr>
            <a:lvl5pPr lvl="4">
              <a:spcBef>
                <a:spcPts val="0"/>
              </a:spcBef>
              <a:spcAft>
                <a:spcPts val="0"/>
              </a:spcAft>
              <a:buSzPts val="1400"/>
              <a:buFont typeface="DM Sans SemiBold"/>
              <a:buNone/>
              <a:defRPr>
                <a:latin typeface="DM Sans SemiBold"/>
                <a:ea typeface="DM Sans SemiBold"/>
                <a:cs typeface="DM Sans SemiBold"/>
                <a:sym typeface="DM Sans SemiBold"/>
              </a:defRPr>
            </a:lvl5pPr>
            <a:lvl6pPr lvl="5">
              <a:spcBef>
                <a:spcPts val="0"/>
              </a:spcBef>
              <a:spcAft>
                <a:spcPts val="0"/>
              </a:spcAft>
              <a:buSzPts val="1400"/>
              <a:buFont typeface="DM Sans SemiBold"/>
              <a:buNone/>
              <a:defRPr>
                <a:latin typeface="DM Sans SemiBold"/>
                <a:ea typeface="DM Sans SemiBold"/>
                <a:cs typeface="DM Sans SemiBold"/>
                <a:sym typeface="DM Sans SemiBold"/>
              </a:defRPr>
            </a:lvl6pPr>
            <a:lvl7pPr lvl="6">
              <a:spcBef>
                <a:spcPts val="0"/>
              </a:spcBef>
              <a:spcAft>
                <a:spcPts val="0"/>
              </a:spcAft>
              <a:buSzPts val="1400"/>
              <a:buFont typeface="DM Sans SemiBold"/>
              <a:buNone/>
              <a:defRPr>
                <a:latin typeface="DM Sans SemiBold"/>
                <a:ea typeface="DM Sans SemiBold"/>
                <a:cs typeface="DM Sans SemiBold"/>
                <a:sym typeface="DM Sans SemiBold"/>
              </a:defRPr>
            </a:lvl7pPr>
            <a:lvl8pPr lvl="7">
              <a:spcBef>
                <a:spcPts val="0"/>
              </a:spcBef>
              <a:spcAft>
                <a:spcPts val="0"/>
              </a:spcAft>
              <a:buSzPts val="1400"/>
              <a:buFont typeface="DM Sans SemiBold"/>
              <a:buNone/>
              <a:defRPr>
                <a:latin typeface="DM Sans SemiBold"/>
                <a:ea typeface="DM Sans SemiBold"/>
                <a:cs typeface="DM Sans SemiBold"/>
                <a:sym typeface="DM Sans SemiBold"/>
              </a:defRPr>
            </a:lvl8pPr>
            <a:lvl9pPr lvl="8">
              <a:spcBef>
                <a:spcPts val="0"/>
              </a:spcBef>
              <a:spcAft>
                <a:spcPts val="0"/>
              </a:spcAft>
              <a:buSzPts val="1400"/>
              <a:buFont typeface="DM Sans SemiBold"/>
              <a:buNone/>
              <a:defRPr>
                <a:latin typeface="DM Sans SemiBold"/>
                <a:ea typeface="DM Sans SemiBold"/>
                <a:cs typeface="DM Sans SemiBold"/>
                <a:sym typeface="DM Sans SemiBold"/>
              </a:defRPr>
            </a:lvl9pPr>
          </a:lstStyle>
          <a:p/>
        </p:txBody>
      </p:sp>
      <p:sp>
        <p:nvSpPr>
          <p:cNvPr id="302" name="Google Shape;302;p39"/>
          <p:cNvSpPr txBox="1"/>
          <p:nvPr>
            <p:ph idx="2" type="body"/>
          </p:nvPr>
        </p:nvSpPr>
        <p:spPr>
          <a:xfrm>
            <a:off x="742900" y="2381875"/>
            <a:ext cx="3213000" cy="461700"/>
          </a:xfrm>
          <a:prstGeom prst="rect">
            <a:avLst/>
          </a:prstGeom>
          <a:noFill/>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303" name="Google Shape;303;p39"/>
          <p:cNvSpPr/>
          <p:nvPr>
            <p:ph idx="3" type="pic"/>
          </p:nvPr>
        </p:nvSpPr>
        <p:spPr>
          <a:xfrm>
            <a:off x="5402575" y="0"/>
            <a:ext cx="3739800" cy="3129600"/>
          </a:xfrm>
          <a:prstGeom prst="rect">
            <a:avLst/>
          </a:prstGeom>
          <a:noFill/>
          <a:ln cap="flat" cmpd="sng" w="9525">
            <a:solidFill>
              <a:schemeClr val="accent6"/>
            </a:solidFill>
            <a:prstDash val="solid"/>
            <a:round/>
            <a:headEnd len="sm" w="sm" type="none"/>
            <a:tailEnd len="sm" w="sm" type="none"/>
          </a:ln>
        </p:spPr>
      </p:sp>
      <p:sp>
        <p:nvSpPr>
          <p:cNvPr id="304" name="Google Shape;304;p39"/>
          <p:cNvSpPr txBox="1"/>
          <p:nvPr>
            <p:ph type="title"/>
          </p:nvPr>
        </p:nvSpPr>
        <p:spPr>
          <a:xfrm>
            <a:off x="361975" y="988550"/>
            <a:ext cx="42972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2200"/>
            </a:lvl1pPr>
            <a:lvl2pPr lvl="1">
              <a:lnSpc>
                <a:spcPct val="90000"/>
              </a:lnSpc>
              <a:spcBef>
                <a:spcPts val="0"/>
              </a:spcBef>
              <a:spcAft>
                <a:spcPts val="0"/>
              </a:spcAft>
              <a:buNone/>
              <a:defRPr sz="2200"/>
            </a:lvl2pPr>
            <a:lvl3pPr lvl="2">
              <a:lnSpc>
                <a:spcPct val="90000"/>
              </a:lnSpc>
              <a:spcBef>
                <a:spcPts val="0"/>
              </a:spcBef>
              <a:spcAft>
                <a:spcPts val="0"/>
              </a:spcAft>
              <a:buNone/>
              <a:defRPr sz="2200"/>
            </a:lvl3pPr>
            <a:lvl4pPr lvl="3">
              <a:lnSpc>
                <a:spcPct val="90000"/>
              </a:lnSpc>
              <a:spcBef>
                <a:spcPts val="0"/>
              </a:spcBef>
              <a:spcAft>
                <a:spcPts val="0"/>
              </a:spcAft>
              <a:buNone/>
              <a:defRPr sz="2200"/>
            </a:lvl4pPr>
            <a:lvl5pPr lvl="4">
              <a:lnSpc>
                <a:spcPct val="90000"/>
              </a:lnSpc>
              <a:spcBef>
                <a:spcPts val="0"/>
              </a:spcBef>
              <a:spcAft>
                <a:spcPts val="0"/>
              </a:spcAft>
              <a:buNone/>
              <a:defRPr sz="2200"/>
            </a:lvl5pPr>
            <a:lvl6pPr lvl="5">
              <a:lnSpc>
                <a:spcPct val="90000"/>
              </a:lnSpc>
              <a:spcBef>
                <a:spcPts val="0"/>
              </a:spcBef>
              <a:spcAft>
                <a:spcPts val="0"/>
              </a:spcAft>
              <a:buNone/>
              <a:defRPr sz="2200"/>
            </a:lvl6pPr>
            <a:lvl7pPr lvl="6">
              <a:lnSpc>
                <a:spcPct val="90000"/>
              </a:lnSpc>
              <a:spcBef>
                <a:spcPts val="0"/>
              </a:spcBef>
              <a:spcAft>
                <a:spcPts val="0"/>
              </a:spcAft>
              <a:buNone/>
              <a:defRPr sz="2200"/>
            </a:lvl7pPr>
            <a:lvl8pPr lvl="7">
              <a:lnSpc>
                <a:spcPct val="90000"/>
              </a:lnSpc>
              <a:spcBef>
                <a:spcPts val="0"/>
              </a:spcBef>
              <a:spcAft>
                <a:spcPts val="0"/>
              </a:spcAft>
              <a:buNone/>
              <a:defRPr sz="2200"/>
            </a:lvl8pPr>
            <a:lvl9pPr lvl="8">
              <a:lnSpc>
                <a:spcPct val="90000"/>
              </a:lnSpc>
              <a:spcBef>
                <a:spcPts val="0"/>
              </a:spcBef>
              <a:spcAft>
                <a:spcPts val="0"/>
              </a:spcAft>
              <a:buNone/>
              <a:defRPr sz="2200"/>
            </a:lvl9pPr>
          </a:lstStyle>
          <a:p/>
        </p:txBody>
      </p:sp>
      <p:sp>
        <p:nvSpPr>
          <p:cNvPr id="305" name="Google Shape;305;p39"/>
          <p:cNvSpPr txBox="1"/>
          <p:nvPr>
            <p:ph idx="4" type="subTitle"/>
          </p:nvPr>
        </p:nvSpPr>
        <p:spPr>
          <a:xfrm>
            <a:off x="361975" y="732775"/>
            <a:ext cx="4163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6" name="Google Shape;306;p39"/>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307" name="Google Shape;307;p39"/>
          <p:cNvSpPr txBox="1"/>
          <p:nvPr>
            <p:ph idx="5"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08" name="Google Shape;308;p39"/>
          <p:cNvSpPr txBox="1"/>
          <p:nvPr>
            <p:ph idx="6" type="subTitle"/>
          </p:nvPr>
        </p:nvSpPr>
        <p:spPr>
          <a:xfrm>
            <a:off x="5785175" y="3335324"/>
            <a:ext cx="2991600" cy="277200"/>
          </a:xfrm>
          <a:prstGeom prst="rect">
            <a:avLst/>
          </a:prstGeom>
        </p:spPr>
        <p:txBody>
          <a:bodyPr anchorCtr="0" anchor="t" bIns="0" lIns="0" spcFirstLastPara="1" rIns="0" wrap="square" tIns="0">
            <a:sp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09" name="Google Shape;309;p39"/>
          <p:cNvSpPr txBox="1"/>
          <p:nvPr>
            <p:ph idx="7" type="subTitle"/>
          </p:nvPr>
        </p:nvSpPr>
        <p:spPr>
          <a:xfrm>
            <a:off x="742900" y="3910855"/>
            <a:ext cx="3213000" cy="138600"/>
          </a:xfrm>
          <a:prstGeom prst="rect">
            <a:avLst/>
          </a:prstGeom>
          <a:noFill/>
        </p:spPr>
        <p:txBody>
          <a:bodyPr anchorCtr="0" anchor="t"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400"/>
              <a:buFont typeface="DM Sans SemiBold"/>
              <a:buNone/>
              <a:defRPr>
                <a:latin typeface="DM Sans SemiBold"/>
                <a:ea typeface="DM Sans SemiBold"/>
                <a:cs typeface="DM Sans SemiBold"/>
                <a:sym typeface="DM Sans SemiBold"/>
              </a:defRPr>
            </a:lvl2pPr>
            <a:lvl3pPr lvl="2">
              <a:spcBef>
                <a:spcPts val="0"/>
              </a:spcBef>
              <a:spcAft>
                <a:spcPts val="0"/>
              </a:spcAft>
              <a:buSzPts val="1400"/>
              <a:buFont typeface="DM Sans SemiBold"/>
              <a:buNone/>
              <a:defRPr>
                <a:latin typeface="DM Sans SemiBold"/>
                <a:ea typeface="DM Sans SemiBold"/>
                <a:cs typeface="DM Sans SemiBold"/>
                <a:sym typeface="DM Sans SemiBold"/>
              </a:defRPr>
            </a:lvl3pPr>
            <a:lvl4pPr lvl="3">
              <a:spcBef>
                <a:spcPts val="0"/>
              </a:spcBef>
              <a:spcAft>
                <a:spcPts val="0"/>
              </a:spcAft>
              <a:buSzPts val="1400"/>
              <a:buFont typeface="DM Sans SemiBold"/>
              <a:buNone/>
              <a:defRPr>
                <a:latin typeface="DM Sans SemiBold"/>
                <a:ea typeface="DM Sans SemiBold"/>
                <a:cs typeface="DM Sans SemiBold"/>
                <a:sym typeface="DM Sans SemiBold"/>
              </a:defRPr>
            </a:lvl4pPr>
            <a:lvl5pPr lvl="4">
              <a:spcBef>
                <a:spcPts val="0"/>
              </a:spcBef>
              <a:spcAft>
                <a:spcPts val="0"/>
              </a:spcAft>
              <a:buSzPts val="1400"/>
              <a:buFont typeface="DM Sans SemiBold"/>
              <a:buNone/>
              <a:defRPr>
                <a:latin typeface="DM Sans SemiBold"/>
                <a:ea typeface="DM Sans SemiBold"/>
                <a:cs typeface="DM Sans SemiBold"/>
                <a:sym typeface="DM Sans SemiBold"/>
              </a:defRPr>
            </a:lvl5pPr>
            <a:lvl6pPr lvl="5">
              <a:spcBef>
                <a:spcPts val="0"/>
              </a:spcBef>
              <a:spcAft>
                <a:spcPts val="0"/>
              </a:spcAft>
              <a:buSzPts val="1400"/>
              <a:buFont typeface="DM Sans SemiBold"/>
              <a:buNone/>
              <a:defRPr>
                <a:latin typeface="DM Sans SemiBold"/>
                <a:ea typeface="DM Sans SemiBold"/>
                <a:cs typeface="DM Sans SemiBold"/>
                <a:sym typeface="DM Sans SemiBold"/>
              </a:defRPr>
            </a:lvl6pPr>
            <a:lvl7pPr lvl="6">
              <a:spcBef>
                <a:spcPts val="0"/>
              </a:spcBef>
              <a:spcAft>
                <a:spcPts val="0"/>
              </a:spcAft>
              <a:buSzPts val="1400"/>
              <a:buFont typeface="DM Sans SemiBold"/>
              <a:buNone/>
              <a:defRPr>
                <a:latin typeface="DM Sans SemiBold"/>
                <a:ea typeface="DM Sans SemiBold"/>
                <a:cs typeface="DM Sans SemiBold"/>
                <a:sym typeface="DM Sans SemiBold"/>
              </a:defRPr>
            </a:lvl7pPr>
            <a:lvl8pPr lvl="7">
              <a:spcBef>
                <a:spcPts val="0"/>
              </a:spcBef>
              <a:spcAft>
                <a:spcPts val="0"/>
              </a:spcAft>
              <a:buSzPts val="1400"/>
              <a:buFont typeface="DM Sans SemiBold"/>
              <a:buNone/>
              <a:defRPr>
                <a:latin typeface="DM Sans SemiBold"/>
                <a:ea typeface="DM Sans SemiBold"/>
                <a:cs typeface="DM Sans SemiBold"/>
                <a:sym typeface="DM Sans SemiBold"/>
              </a:defRPr>
            </a:lvl8pPr>
            <a:lvl9pPr lvl="8">
              <a:spcBef>
                <a:spcPts val="0"/>
              </a:spcBef>
              <a:spcAft>
                <a:spcPts val="0"/>
              </a:spcAft>
              <a:buSzPts val="1400"/>
              <a:buFont typeface="DM Sans SemiBold"/>
              <a:buNone/>
              <a:defRPr>
                <a:latin typeface="DM Sans SemiBold"/>
                <a:ea typeface="DM Sans SemiBold"/>
                <a:cs typeface="DM Sans SemiBold"/>
                <a:sym typeface="DM Sans SemiBold"/>
              </a:defRPr>
            </a:lvl9pPr>
          </a:lstStyle>
          <a:p/>
        </p:txBody>
      </p:sp>
      <p:sp>
        <p:nvSpPr>
          <p:cNvPr id="310" name="Google Shape;310;p39"/>
          <p:cNvSpPr txBox="1"/>
          <p:nvPr>
            <p:ph idx="8" type="body"/>
          </p:nvPr>
        </p:nvSpPr>
        <p:spPr>
          <a:xfrm>
            <a:off x="742900" y="4134180"/>
            <a:ext cx="3213000" cy="461700"/>
          </a:xfrm>
          <a:prstGeom prst="rect">
            <a:avLst/>
          </a:prstGeom>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311" name="Google Shape;311;p39"/>
          <p:cNvSpPr txBox="1"/>
          <p:nvPr>
            <p:ph idx="9" type="subTitle"/>
          </p:nvPr>
        </p:nvSpPr>
        <p:spPr>
          <a:xfrm>
            <a:off x="742900" y="3050778"/>
            <a:ext cx="3213000" cy="138600"/>
          </a:xfrm>
          <a:prstGeom prst="rect">
            <a:avLst/>
          </a:prstGeom>
          <a:noFill/>
        </p:spPr>
        <p:txBody>
          <a:bodyPr anchorCtr="0" anchor="t" bIns="0" lIns="0" spcFirstLastPara="1" rIns="0" wrap="square" tIns="0">
            <a:noAutofit/>
          </a:bodyPr>
          <a:lstStyle>
            <a:lvl1pPr lvl="0">
              <a:spcBef>
                <a:spcPts val="0"/>
              </a:spcBef>
              <a:spcAft>
                <a:spcPts val="0"/>
              </a:spcAft>
              <a:buSzPts val="1000"/>
              <a:buFont typeface="DM Sans SemiBold"/>
              <a:buNone/>
              <a:defRPr sz="1000">
                <a:latin typeface="DM Sans SemiBold"/>
                <a:ea typeface="DM Sans SemiBold"/>
                <a:cs typeface="DM Sans SemiBold"/>
                <a:sym typeface="DM Sans SemiBold"/>
              </a:defRPr>
            </a:lvl1pPr>
            <a:lvl2pPr lvl="1">
              <a:spcBef>
                <a:spcPts val="0"/>
              </a:spcBef>
              <a:spcAft>
                <a:spcPts val="0"/>
              </a:spcAft>
              <a:buSzPts val="1400"/>
              <a:buFont typeface="DM Sans SemiBold"/>
              <a:buNone/>
              <a:defRPr>
                <a:latin typeface="DM Sans SemiBold"/>
                <a:ea typeface="DM Sans SemiBold"/>
                <a:cs typeface="DM Sans SemiBold"/>
                <a:sym typeface="DM Sans SemiBold"/>
              </a:defRPr>
            </a:lvl2pPr>
            <a:lvl3pPr lvl="2">
              <a:spcBef>
                <a:spcPts val="0"/>
              </a:spcBef>
              <a:spcAft>
                <a:spcPts val="0"/>
              </a:spcAft>
              <a:buSzPts val="1400"/>
              <a:buFont typeface="DM Sans SemiBold"/>
              <a:buNone/>
              <a:defRPr>
                <a:latin typeface="DM Sans SemiBold"/>
                <a:ea typeface="DM Sans SemiBold"/>
                <a:cs typeface="DM Sans SemiBold"/>
                <a:sym typeface="DM Sans SemiBold"/>
              </a:defRPr>
            </a:lvl3pPr>
            <a:lvl4pPr lvl="3">
              <a:spcBef>
                <a:spcPts val="0"/>
              </a:spcBef>
              <a:spcAft>
                <a:spcPts val="0"/>
              </a:spcAft>
              <a:buSzPts val="1400"/>
              <a:buFont typeface="DM Sans SemiBold"/>
              <a:buNone/>
              <a:defRPr>
                <a:latin typeface="DM Sans SemiBold"/>
                <a:ea typeface="DM Sans SemiBold"/>
                <a:cs typeface="DM Sans SemiBold"/>
                <a:sym typeface="DM Sans SemiBold"/>
              </a:defRPr>
            </a:lvl4pPr>
            <a:lvl5pPr lvl="4">
              <a:spcBef>
                <a:spcPts val="0"/>
              </a:spcBef>
              <a:spcAft>
                <a:spcPts val="0"/>
              </a:spcAft>
              <a:buSzPts val="1400"/>
              <a:buFont typeface="DM Sans SemiBold"/>
              <a:buNone/>
              <a:defRPr>
                <a:latin typeface="DM Sans SemiBold"/>
                <a:ea typeface="DM Sans SemiBold"/>
                <a:cs typeface="DM Sans SemiBold"/>
                <a:sym typeface="DM Sans SemiBold"/>
              </a:defRPr>
            </a:lvl5pPr>
            <a:lvl6pPr lvl="5">
              <a:spcBef>
                <a:spcPts val="0"/>
              </a:spcBef>
              <a:spcAft>
                <a:spcPts val="0"/>
              </a:spcAft>
              <a:buSzPts val="1400"/>
              <a:buFont typeface="DM Sans SemiBold"/>
              <a:buNone/>
              <a:defRPr>
                <a:latin typeface="DM Sans SemiBold"/>
                <a:ea typeface="DM Sans SemiBold"/>
                <a:cs typeface="DM Sans SemiBold"/>
                <a:sym typeface="DM Sans SemiBold"/>
              </a:defRPr>
            </a:lvl6pPr>
            <a:lvl7pPr lvl="6">
              <a:spcBef>
                <a:spcPts val="0"/>
              </a:spcBef>
              <a:spcAft>
                <a:spcPts val="0"/>
              </a:spcAft>
              <a:buSzPts val="1400"/>
              <a:buFont typeface="DM Sans SemiBold"/>
              <a:buNone/>
              <a:defRPr>
                <a:latin typeface="DM Sans SemiBold"/>
                <a:ea typeface="DM Sans SemiBold"/>
                <a:cs typeface="DM Sans SemiBold"/>
                <a:sym typeface="DM Sans SemiBold"/>
              </a:defRPr>
            </a:lvl7pPr>
            <a:lvl8pPr lvl="7">
              <a:spcBef>
                <a:spcPts val="0"/>
              </a:spcBef>
              <a:spcAft>
                <a:spcPts val="0"/>
              </a:spcAft>
              <a:buSzPts val="1400"/>
              <a:buFont typeface="DM Sans SemiBold"/>
              <a:buNone/>
              <a:defRPr>
                <a:latin typeface="DM Sans SemiBold"/>
                <a:ea typeface="DM Sans SemiBold"/>
                <a:cs typeface="DM Sans SemiBold"/>
                <a:sym typeface="DM Sans SemiBold"/>
              </a:defRPr>
            </a:lvl8pPr>
            <a:lvl9pPr lvl="8">
              <a:spcBef>
                <a:spcPts val="0"/>
              </a:spcBef>
              <a:spcAft>
                <a:spcPts val="0"/>
              </a:spcAft>
              <a:buSzPts val="1400"/>
              <a:buFont typeface="DM Sans SemiBold"/>
              <a:buNone/>
              <a:defRPr>
                <a:latin typeface="DM Sans SemiBold"/>
                <a:ea typeface="DM Sans SemiBold"/>
                <a:cs typeface="DM Sans SemiBold"/>
                <a:sym typeface="DM Sans SemiBold"/>
              </a:defRPr>
            </a:lvl9pPr>
          </a:lstStyle>
          <a:p/>
        </p:txBody>
      </p:sp>
      <p:sp>
        <p:nvSpPr>
          <p:cNvPr id="312" name="Google Shape;312;p39"/>
          <p:cNvSpPr txBox="1"/>
          <p:nvPr>
            <p:ph idx="13" type="body"/>
          </p:nvPr>
        </p:nvSpPr>
        <p:spPr>
          <a:xfrm>
            <a:off x="742900" y="3274103"/>
            <a:ext cx="3213000" cy="461700"/>
          </a:xfrm>
          <a:prstGeom prst="rect">
            <a:avLst/>
          </a:prstGeom>
          <a:noFill/>
        </p:spPr>
        <p:txBody>
          <a:bodyPr anchorCtr="0" anchor="t"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313" name="Google Shape;313;p39"/>
          <p:cNvSpPr txBox="1"/>
          <p:nvPr>
            <p:ph idx="14" type="body"/>
          </p:nvPr>
        </p:nvSpPr>
        <p:spPr>
          <a:xfrm>
            <a:off x="5785175" y="4134175"/>
            <a:ext cx="2991600" cy="461700"/>
          </a:xfrm>
          <a:prstGeom prst="rect">
            <a:avLst/>
          </a:prstGeom>
        </p:spPr>
        <p:txBody>
          <a:bodyPr anchorCtr="0" anchor="b" bIns="0" lIns="0" spcFirstLastPara="1" rIns="0" wrap="square" tIns="0">
            <a:noAutofit/>
          </a:bodyPr>
          <a:lstStyle>
            <a:lvl1pPr indent="-292100" lvl="0" marL="457200">
              <a:spcBef>
                <a:spcPts val="0"/>
              </a:spcBef>
              <a:spcAft>
                <a:spcPts val="0"/>
              </a:spcAft>
              <a:buSzPts val="1000"/>
              <a:buFont typeface="DM Sans Light"/>
              <a:buChar char="●"/>
              <a:defRPr sz="1000">
                <a:latin typeface="DM Sans Light"/>
                <a:ea typeface="DM Sans Light"/>
                <a:cs typeface="DM Sans Light"/>
                <a:sym typeface="DM Sans Light"/>
              </a:defRPr>
            </a:lvl1pPr>
            <a:lvl2pPr indent="-292100" lvl="1" marL="914400">
              <a:spcBef>
                <a:spcPts val="800"/>
              </a:spcBef>
              <a:spcAft>
                <a:spcPts val="0"/>
              </a:spcAft>
              <a:buSzPts val="1000"/>
              <a:buFont typeface="DM Sans Light"/>
              <a:buChar char="○"/>
              <a:defRPr sz="1000">
                <a:latin typeface="DM Sans Light"/>
                <a:ea typeface="DM Sans Light"/>
                <a:cs typeface="DM Sans Light"/>
                <a:sym typeface="DM Sans Light"/>
              </a:defRPr>
            </a:lvl2pPr>
            <a:lvl3pPr indent="-292100" lvl="2" marL="1371600">
              <a:spcBef>
                <a:spcPts val="800"/>
              </a:spcBef>
              <a:spcAft>
                <a:spcPts val="0"/>
              </a:spcAft>
              <a:buSzPts val="1000"/>
              <a:buFont typeface="DM Sans Light"/>
              <a:buChar char="■"/>
              <a:defRPr sz="1000">
                <a:latin typeface="DM Sans Light"/>
                <a:ea typeface="DM Sans Light"/>
                <a:cs typeface="DM Sans Light"/>
                <a:sym typeface="DM Sans Light"/>
              </a:defRPr>
            </a:lvl3pPr>
            <a:lvl4pPr indent="-292100" lvl="3" marL="1828800">
              <a:spcBef>
                <a:spcPts val="800"/>
              </a:spcBef>
              <a:spcAft>
                <a:spcPts val="0"/>
              </a:spcAft>
              <a:buSzPts val="1000"/>
              <a:buFont typeface="DM Sans Light"/>
              <a:buChar char="●"/>
              <a:defRPr sz="1000">
                <a:latin typeface="DM Sans Light"/>
                <a:ea typeface="DM Sans Light"/>
                <a:cs typeface="DM Sans Light"/>
                <a:sym typeface="DM Sans Light"/>
              </a:defRPr>
            </a:lvl4pPr>
            <a:lvl5pPr indent="-292100" lvl="4" marL="2286000">
              <a:spcBef>
                <a:spcPts val="800"/>
              </a:spcBef>
              <a:spcAft>
                <a:spcPts val="0"/>
              </a:spcAft>
              <a:buSzPts val="1000"/>
              <a:buFont typeface="DM Sans Light"/>
              <a:buChar char="○"/>
              <a:defRPr sz="1000">
                <a:latin typeface="DM Sans Light"/>
                <a:ea typeface="DM Sans Light"/>
                <a:cs typeface="DM Sans Light"/>
                <a:sym typeface="DM Sans Light"/>
              </a:defRPr>
            </a:lvl5pPr>
            <a:lvl6pPr indent="-292100" lvl="5" marL="2743200">
              <a:spcBef>
                <a:spcPts val="800"/>
              </a:spcBef>
              <a:spcAft>
                <a:spcPts val="0"/>
              </a:spcAft>
              <a:buSzPts val="1000"/>
              <a:buFont typeface="DM Sans Light"/>
              <a:buChar char="■"/>
              <a:defRPr sz="1000">
                <a:latin typeface="DM Sans Light"/>
                <a:ea typeface="DM Sans Light"/>
                <a:cs typeface="DM Sans Light"/>
                <a:sym typeface="DM Sans Light"/>
              </a:defRPr>
            </a:lvl6pPr>
            <a:lvl7pPr indent="-292100" lvl="6" marL="3200400">
              <a:spcBef>
                <a:spcPts val="800"/>
              </a:spcBef>
              <a:spcAft>
                <a:spcPts val="0"/>
              </a:spcAft>
              <a:buSzPts val="1000"/>
              <a:buFont typeface="DM Sans Light"/>
              <a:buChar char="●"/>
              <a:defRPr sz="1000">
                <a:latin typeface="DM Sans Light"/>
                <a:ea typeface="DM Sans Light"/>
                <a:cs typeface="DM Sans Light"/>
                <a:sym typeface="DM Sans Light"/>
              </a:defRPr>
            </a:lvl7pPr>
            <a:lvl8pPr indent="-292100" lvl="7" marL="3657600">
              <a:spcBef>
                <a:spcPts val="800"/>
              </a:spcBef>
              <a:spcAft>
                <a:spcPts val="0"/>
              </a:spcAft>
              <a:buSzPts val="1000"/>
              <a:buFont typeface="DM Sans Light"/>
              <a:buChar char="○"/>
              <a:defRPr sz="1000">
                <a:latin typeface="DM Sans Light"/>
                <a:ea typeface="DM Sans Light"/>
                <a:cs typeface="DM Sans Light"/>
                <a:sym typeface="DM Sans Light"/>
              </a:defRPr>
            </a:lvl8pPr>
            <a:lvl9pPr indent="-292100" lvl="8" marL="4114800">
              <a:spcBef>
                <a:spcPts val="800"/>
              </a:spcBef>
              <a:spcAft>
                <a:spcPts val="800"/>
              </a:spcAft>
              <a:buSzPts val="1000"/>
              <a:buFont typeface="DM Sans Light"/>
              <a:buChar char="■"/>
              <a:defRPr sz="1000">
                <a:latin typeface="DM Sans Light"/>
                <a:ea typeface="DM Sans Light"/>
                <a:cs typeface="DM Sans Light"/>
                <a:sym typeface="DM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udience - Alt 2">
  <p:cSld name="CUSTOM_4_1">
    <p:spTree>
      <p:nvGrpSpPr>
        <p:cNvPr id="314" name="Shape 314"/>
        <p:cNvGrpSpPr/>
        <p:nvPr/>
      </p:nvGrpSpPr>
      <p:grpSpPr>
        <a:xfrm>
          <a:off x="0" y="0"/>
          <a:ext cx="0" cy="0"/>
          <a:chOff x="0" y="0"/>
          <a:chExt cx="0" cy="0"/>
        </a:xfrm>
      </p:grpSpPr>
      <p:sp>
        <p:nvSpPr>
          <p:cNvPr id="315" name="Google Shape;315;p40"/>
          <p:cNvSpPr/>
          <p:nvPr>
            <p:ph idx="2" type="pic"/>
          </p:nvPr>
        </p:nvSpPr>
        <p:spPr>
          <a:xfrm>
            <a:off x="75" y="0"/>
            <a:ext cx="2853300" cy="2436600"/>
          </a:xfrm>
          <a:prstGeom prst="rect">
            <a:avLst/>
          </a:prstGeom>
          <a:noFill/>
          <a:ln>
            <a:noFill/>
          </a:ln>
        </p:spPr>
      </p:sp>
      <p:sp>
        <p:nvSpPr>
          <p:cNvPr id="316" name="Google Shape;316;p40"/>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317" name="Google Shape;317;p40"/>
          <p:cNvSpPr txBox="1"/>
          <p:nvPr>
            <p:ph idx="1" type="subTitle"/>
          </p:nvPr>
        </p:nvSpPr>
        <p:spPr>
          <a:xfrm>
            <a:off x="361975" y="2614325"/>
            <a:ext cx="2061600" cy="277200"/>
          </a:xfrm>
          <a:prstGeom prst="rect">
            <a:avLst/>
          </a:prstGeom>
        </p:spPr>
        <p:txBody>
          <a:bodyPr anchorCtr="0" anchor="t" bIns="0" lIns="0" spcFirstLastPara="1" rIns="0" wrap="square" tIns="0">
            <a:spAutoFit/>
          </a:bodyPr>
          <a:lstStyle>
            <a:lvl1pPr lvl="0">
              <a:spcBef>
                <a:spcPts val="0"/>
              </a:spcBef>
              <a:spcAft>
                <a:spcPts val="0"/>
              </a:spcAft>
              <a:buSzPts val="1800"/>
              <a:buNone/>
              <a:defRPr sz="1800"/>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 Four members">
  <p:cSld name="CUSTOM_5">
    <p:bg>
      <p:bgPr>
        <a:solidFill>
          <a:schemeClr val="lt1"/>
        </a:solidFill>
      </p:bgPr>
    </p:bg>
    <p:spTree>
      <p:nvGrpSpPr>
        <p:cNvPr id="318" name="Shape 318"/>
        <p:cNvGrpSpPr/>
        <p:nvPr/>
      </p:nvGrpSpPr>
      <p:grpSpPr>
        <a:xfrm>
          <a:off x="0" y="0"/>
          <a:ext cx="0" cy="0"/>
          <a:chOff x="0" y="0"/>
          <a:chExt cx="0" cy="0"/>
        </a:xfrm>
      </p:grpSpPr>
      <p:sp>
        <p:nvSpPr>
          <p:cNvPr id="319" name="Google Shape;319;p41"/>
          <p:cNvSpPr txBox="1"/>
          <p:nvPr>
            <p:ph idx="1" type="body"/>
          </p:nvPr>
        </p:nvSpPr>
        <p:spPr>
          <a:xfrm>
            <a:off x="352800" y="3754932"/>
            <a:ext cx="1588800" cy="688200"/>
          </a:xfrm>
          <a:prstGeom prst="rect">
            <a:avLst/>
          </a:prstGeom>
        </p:spPr>
        <p:txBody>
          <a:bodyPr anchorCtr="0" anchor="t" bIns="0" lIns="0" spcFirstLastPara="1" rIns="0" wrap="square" tIns="0">
            <a:noAutofit/>
          </a:bodyPr>
          <a:lstStyle>
            <a:lvl1pPr indent="-285750" lvl="0" marL="457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1pPr>
            <a:lvl2pPr indent="-285750" lvl="1" marL="914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2pPr>
            <a:lvl3pPr indent="-285750" lvl="2" marL="1371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3pPr>
            <a:lvl4pPr indent="-285750" lvl="3" marL="1828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4pPr>
            <a:lvl5pPr indent="-285750" lvl="4" marL="22860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5pPr>
            <a:lvl6pPr indent="-285750" lvl="5" marL="2743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6pPr>
            <a:lvl7pPr indent="-285750" lvl="6" marL="3200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7pPr>
            <a:lvl8pPr indent="-285750" lvl="7" marL="3657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8pPr>
            <a:lvl9pPr indent="-285750" lvl="8" marL="4114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9pPr>
          </a:lstStyle>
          <a:p/>
        </p:txBody>
      </p:sp>
      <p:sp>
        <p:nvSpPr>
          <p:cNvPr id="320" name="Google Shape;320;p41"/>
          <p:cNvSpPr txBox="1"/>
          <p:nvPr>
            <p:ph idx="2" type="body"/>
          </p:nvPr>
        </p:nvSpPr>
        <p:spPr>
          <a:xfrm>
            <a:off x="7187875" y="3754932"/>
            <a:ext cx="1588800" cy="688200"/>
          </a:xfrm>
          <a:prstGeom prst="rect">
            <a:avLst/>
          </a:prstGeom>
        </p:spPr>
        <p:txBody>
          <a:bodyPr anchorCtr="0" anchor="t" bIns="0" lIns="0" spcFirstLastPara="1" rIns="0" wrap="square" tIns="0">
            <a:noAutofit/>
          </a:bodyPr>
          <a:lstStyle>
            <a:lvl1pPr indent="-285750" lvl="0" marL="457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1pPr>
            <a:lvl2pPr indent="-285750" lvl="1" marL="914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2pPr>
            <a:lvl3pPr indent="-285750" lvl="2" marL="1371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3pPr>
            <a:lvl4pPr indent="-285750" lvl="3" marL="1828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4pPr>
            <a:lvl5pPr indent="-285750" lvl="4" marL="22860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5pPr>
            <a:lvl6pPr indent="-285750" lvl="5" marL="2743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6pPr>
            <a:lvl7pPr indent="-285750" lvl="6" marL="3200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7pPr>
            <a:lvl8pPr indent="-285750" lvl="7" marL="3657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8pPr>
            <a:lvl9pPr indent="-285750" lvl="8" marL="4114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9pPr>
          </a:lstStyle>
          <a:p/>
        </p:txBody>
      </p:sp>
      <p:sp>
        <p:nvSpPr>
          <p:cNvPr id="321" name="Google Shape;321;p41"/>
          <p:cNvSpPr txBox="1"/>
          <p:nvPr>
            <p:ph idx="3" type="body"/>
          </p:nvPr>
        </p:nvSpPr>
        <p:spPr>
          <a:xfrm>
            <a:off x="4924400" y="3754932"/>
            <a:ext cx="1588800" cy="688200"/>
          </a:xfrm>
          <a:prstGeom prst="rect">
            <a:avLst/>
          </a:prstGeom>
        </p:spPr>
        <p:txBody>
          <a:bodyPr anchorCtr="0" anchor="t" bIns="0" lIns="0" spcFirstLastPara="1" rIns="0" wrap="square" tIns="0">
            <a:noAutofit/>
          </a:bodyPr>
          <a:lstStyle>
            <a:lvl1pPr indent="-285750" lvl="0" marL="457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1pPr>
            <a:lvl2pPr indent="-285750" lvl="1" marL="914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2pPr>
            <a:lvl3pPr indent="-285750" lvl="2" marL="1371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3pPr>
            <a:lvl4pPr indent="-285750" lvl="3" marL="1828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4pPr>
            <a:lvl5pPr indent="-285750" lvl="4" marL="22860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5pPr>
            <a:lvl6pPr indent="-285750" lvl="5" marL="2743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6pPr>
            <a:lvl7pPr indent="-285750" lvl="6" marL="3200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7pPr>
            <a:lvl8pPr indent="-285750" lvl="7" marL="3657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8pPr>
            <a:lvl9pPr indent="-285750" lvl="8" marL="4114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9pPr>
          </a:lstStyle>
          <a:p/>
        </p:txBody>
      </p:sp>
      <p:sp>
        <p:nvSpPr>
          <p:cNvPr id="322" name="Google Shape;322;p41"/>
          <p:cNvSpPr txBox="1"/>
          <p:nvPr>
            <p:ph idx="4" type="body"/>
          </p:nvPr>
        </p:nvSpPr>
        <p:spPr>
          <a:xfrm>
            <a:off x="2643063" y="3754932"/>
            <a:ext cx="1588800" cy="688200"/>
          </a:xfrm>
          <a:prstGeom prst="rect">
            <a:avLst/>
          </a:prstGeom>
        </p:spPr>
        <p:txBody>
          <a:bodyPr anchorCtr="0" anchor="t" bIns="0" lIns="0" spcFirstLastPara="1" rIns="0" wrap="square" tIns="0">
            <a:noAutofit/>
          </a:bodyPr>
          <a:lstStyle>
            <a:lvl1pPr indent="-285750" lvl="0" marL="457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1pPr>
            <a:lvl2pPr indent="-285750" lvl="1" marL="914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2pPr>
            <a:lvl3pPr indent="-285750" lvl="2" marL="1371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3pPr>
            <a:lvl4pPr indent="-285750" lvl="3" marL="1828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4pPr>
            <a:lvl5pPr indent="-285750" lvl="4" marL="22860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5pPr>
            <a:lvl6pPr indent="-285750" lvl="5" marL="27432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6pPr>
            <a:lvl7pPr indent="-285750" lvl="6" marL="32004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7pPr>
            <a:lvl8pPr indent="-285750" lvl="7" marL="36576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8pPr>
            <a:lvl9pPr indent="-285750" lvl="8" marL="4114800" algn="ctr">
              <a:spcBef>
                <a:spcPts val="0"/>
              </a:spcBef>
              <a:spcAft>
                <a:spcPts val="0"/>
              </a:spcAft>
              <a:buClr>
                <a:schemeClr val="dk1"/>
              </a:buClr>
              <a:buSzPts val="900"/>
              <a:buFont typeface="DM Sans Light"/>
              <a:buChar char="■"/>
              <a:defRPr sz="900">
                <a:solidFill>
                  <a:schemeClr val="dk1"/>
                </a:solidFill>
                <a:latin typeface="DM Sans Light"/>
                <a:ea typeface="DM Sans Light"/>
                <a:cs typeface="DM Sans Light"/>
                <a:sym typeface="DM Sans Light"/>
              </a:defRPr>
            </a:lvl9pPr>
          </a:lstStyle>
          <a:p/>
        </p:txBody>
      </p:sp>
      <p:sp>
        <p:nvSpPr>
          <p:cNvPr id="323" name="Google Shape;323;p41"/>
          <p:cNvSpPr/>
          <p:nvPr>
            <p:ph idx="5" type="pic"/>
          </p:nvPr>
        </p:nvSpPr>
        <p:spPr>
          <a:xfrm>
            <a:off x="2941550" y="1923334"/>
            <a:ext cx="991800" cy="991800"/>
          </a:xfrm>
          <a:prstGeom prst="rect">
            <a:avLst/>
          </a:prstGeom>
          <a:noFill/>
          <a:ln>
            <a:noFill/>
          </a:ln>
        </p:spPr>
      </p:sp>
      <p:sp>
        <p:nvSpPr>
          <p:cNvPr id="324" name="Google Shape;324;p41"/>
          <p:cNvSpPr/>
          <p:nvPr>
            <p:ph idx="6" type="pic"/>
          </p:nvPr>
        </p:nvSpPr>
        <p:spPr>
          <a:xfrm>
            <a:off x="5227063" y="1923334"/>
            <a:ext cx="991800" cy="991800"/>
          </a:xfrm>
          <a:prstGeom prst="rect">
            <a:avLst/>
          </a:prstGeom>
          <a:noFill/>
          <a:ln>
            <a:noFill/>
          </a:ln>
        </p:spPr>
      </p:sp>
      <p:sp>
        <p:nvSpPr>
          <p:cNvPr id="325" name="Google Shape;325;p41"/>
          <p:cNvSpPr/>
          <p:nvPr>
            <p:ph idx="7" type="pic"/>
          </p:nvPr>
        </p:nvSpPr>
        <p:spPr>
          <a:xfrm>
            <a:off x="7495263" y="1923334"/>
            <a:ext cx="991800" cy="991800"/>
          </a:xfrm>
          <a:prstGeom prst="rect">
            <a:avLst/>
          </a:prstGeom>
          <a:noFill/>
          <a:ln>
            <a:noFill/>
          </a:ln>
        </p:spPr>
      </p:sp>
      <p:cxnSp>
        <p:nvCxnSpPr>
          <p:cNvPr id="326" name="Google Shape;326;p41"/>
          <p:cNvCxnSpPr/>
          <p:nvPr/>
        </p:nvCxnSpPr>
        <p:spPr>
          <a:xfrm>
            <a:off x="2286125" y="1801500"/>
            <a:ext cx="0" cy="3342000"/>
          </a:xfrm>
          <a:prstGeom prst="straightConnector1">
            <a:avLst/>
          </a:prstGeom>
          <a:noFill/>
          <a:ln cap="flat" cmpd="sng" w="19050">
            <a:solidFill>
              <a:schemeClr val="lt1"/>
            </a:solidFill>
            <a:prstDash val="solid"/>
            <a:round/>
            <a:headEnd len="med" w="med" type="none"/>
            <a:tailEnd len="med" w="med" type="none"/>
          </a:ln>
        </p:spPr>
      </p:cxnSp>
      <p:cxnSp>
        <p:nvCxnSpPr>
          <p:cNvPr id="327" name="Google Shape;327;p41"/>
          <p:cNvCxnSpPr/>
          <p:nvPr/>
        </p:nvCxnSpPr>
        <p:spPr>
          <a:xfrm>
            <a:off x="4580525" y="1801500"/>
            <a:ext cx="0" cy="3342000"/>
          </a:xfrm>
          <a:prstGeom prst="straightConnector1">
            <a:avLst/>
          </a:prstGeom>
          <a:noFill/>
          <a:ln cap="flat" cmpd="sng" w="19050">
            <a:solidFill>
              <a:schemeClr val="lt1"/>
            </a:solidFill>
            <a:prstDash val="solid"/>
            <a:round/>
            <a:headEnd len="med" w="med" type="none"/>
            <a:tailEnd len="med" w="med" type="none"/>
          </a:ln>
        </p:spPr>
      </p:cxnSp>
      <p:cxnSp>
        <p:nvCxnSpPr>
          <p:cNvPr id="328" name="Google Shape;328;p41"/>
          <p:cNvCxnSpPr/>
          <p:nvPr/>
        </p:nvCxnSpPr>
        <p:spPr>
          <a:xfrm>
            <a:off x="6857075" y="1801500"/>
            <a:ext cx="0" cy="3342000"/>
          </a:xfrm>
          <a:prstGeom prst="straightConnector1">
            <a:avLst/>
          </a:prstGeom>
          <a:noFill/>
          <a:ln cap="flat" cmpd="sng" w="19050">
            <a:solidFill>
              <a:schemeClr val="lt1"/>
            </a:solidFill>
            <a:prstDash val="solid"/>
            <a:round/>
            <a:headEnd len="med" w="med" type="none"/>
            <a:tailEnd len="med" w="med" type="none"/>
          </a:ln>
        </p:spPr>
      </p:cxnSp>
      <p:sp>
        <p:nvSpPr>
          <p:cNvPr id="329" name="Google Shape;329;p41"/>
          <p:cNvSpPr/>
          <p:nvPr>
            <p:ph idx="8" type="pic"/>
          </p:nvPr>
        </p:nvSpPr>
        <p:spPr>
          <a:xfrm>
            <a:off x="651288" y="1923334"/>
            <a:ext cx="991800" cy="991800"/>
          </a:xfrm>
          <a:prstGeom prst="rect">
            <a:avLst/>
          </a:prstGeom>
          <a:noFill/>
          <a:ln>
            <a:noFill/>
          </a:ln>
        </p:spPr>
      </p:sp>
      <p:sp>
        <p:nvSpPr>
          <p:cNvPr id="330" name="Google Shape;330;p41"/>
          <p:cNvSpPr txBox="1"/>
          <p:nvPr>
            <p:ph type="title"/>
          </p:nvPr>
        </p:nvSpPr>
        <p:spPr>
          <a:xfrm>
            <a:off x="361975" y="962092"/>
            <a:ext cx="57186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solidFill>
                  <a:schemeClr val="dk1"/>
                </a:solidFill>
              </a:defRPr>
            </a:lvl1pPr>
            <a:lvl2pPr lvl="1">
              <a:lnSpc>
                <a:spcPct val="90000"/>
              </a:lnSpc>
              <a:spcBef>
                <a:spcPts val="0"/>
              </a:spcBef>
              <a:spcAft>
                <a:spcPts val="0"/>
              </a:spcAft>
              <a:buNone/>
              <a:defRPr sz="3600">
                <a:solidFill>
                  <a:schemeClr val="dk1"/>
                </a:solidFill>
              </a:defRPr>
            </a:lvl2pPr>
            <a:lvl3pPr lvl="2">
              <a:lnSpc>
                <a:spcPct val="90000"/>
              </a:lnSpc>
              <a:spcBef>
                <a:spcPts val="0"/>
              </a:spcBef>
              <a:spcAft>
                <a:spcPts val="0"/>
              </a:spcAft>
              <a:buNone/>
              <a:defRPr sz="3600">
                <a:solidFill>
                  <a:schemeClr val="dk1"/>
                </a:solidFill>
              </a:defRPr>
            </a:lvl3pPr>
            <a:lvl4pPr lvl="3">
              <a:lnSpc>
                <a:spcPct val="90000"/>
              </a:lnSpc>
              <a:spcBef>
                <a:spcPts val="0"/>
              </a:spcBef>
              <a:spcAft>
                <a:spcPts val="0"/>
              </a:spcAft>
              <a:buNone/>
              <a:defRPr sz="3600">
                <a:solidFill>
                  <a:schemeClr val="dk1"/>
                </a:solidFill>
              </a:defRPr>
            </a:lvl4pPr>
            <a:lvl5pPr lvl="4">
              <a:lnSpc>
                <a:spcPct val="90000"/>
              </a:lnSpc>
              <a:spcBef>
                <a:spcPts val="0"/>
              </a:spcBef>
              <a:spcAft>
                <a:spcPts val="0"/>
              </a:spcAft>
              <a:buNone/>
              <a:defRPr sz="3600">
                <a:solidFill>
                  <a:schemeClr val="dk1"/>
                </a:solidFill>
              </a:defRPr>
            </a:lvl5pPr>
            <a:lvl6pPr lvl="5">
              <a:lnSpc>
                <a:spcPct val="90000"/>
              </a:lnSpc>
              <a:spcBef>
                <a:spcPts val="0"/>
              </a:spcBef>
              <a:spcAft>
                <a:spcPts val="0"/>
              </a:spcAft>
              <a:buNone/>
              <a:defRPr sz="3600">
                <a:solidFill>
                  <a:schemeClr val="dk1"/>
                </a:solidFill>
              </a:defRPr>
            </a:lvl6pPr>
            <a:lvl7pPr lvl="6">
              <a:lnSpc>
                <a:spcPct val="90000"/>
              </a:lnSpc>
              <a:spcBef>
                <a:spcPts val="0"/>
              </a:spcBef>
              <a:spcAft>
                <a:spcPts val="0"/>
              </a:spcAft>
              <a:buNone/>
              <a:defRPr sz="3600">
                <a:solidFill>
                  <a:schemeClr val="dk1"/>
                </a:solidFill>
              </a:defRPr>
            </a:lvl7pPr>
            <a:lvl8pPr lvl="7">
              <a:lnSpc>
                <a:spcPct val="90000"/>
              </a:lnSpc>
              <a:spcBef>
                <a:spcPts val="0"/>
              </a:spcBef>
              <a:spcAft>
                <a:spcPts val="0"/>
              </a:spcAft>
              <a:buNone/>
              <a:defRPr sz="3600">
                <a:solidFill>
                  <a:schemeClr val="dk1"/>
                </a:solidFill>
              </a:defRPr>
            </a:lvl8pPr>
            <a:lvl9pPr lvl="8">
              <a:lnSpc>
                <a:spcPct val="90000"/>
              </a:lnSpc>
              <a:spcBef>
                <a:spcPts val="0"/>
              </a:spcBef>
              <a:spcAft>
                <a:spcPts val="0"/>
              </a:spcAft>
              <a:buNone/>
              <a:defRPr sz="3600">
                <a:solidFill>
                  <a:schemeClr val="dk1"/>
                </a:solidFill>
              </a:defRPr>
            </a:lvl9pPr>
          </a:lstStyle>
          <a:p/>
        </p:txBody>
      </p:sp>
      <p:sp>
        <p:nvSpPr>
          <p:cNvPr id="331" name="Google Shape;331;p41"/>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dk1"/>
                </a:solidFill>
                <a:latin typeface="DM Sans"/>
                <a:ea typeface="DM Sans"/>
                <a:cs typeface="DM Sans"/>
                <a:sym typeface="DM Sans"/>
              </a:defRPr>
            </a:lvl1pPr>
            <a:lvl2pPr lvl="1" algn="r">
              <a:buNone/>
              <a:defRPr sz="700">
                <a:solidFill>
                  <a:schemeClr val="dk1"/>
                </a:solidFill>
                <a:latin typeface="DM Sans"/>
                <a:ea typeface="DM Sans"/>
                <a:cs typeface="DM Sans"/>
                <a:sym typeface="DM Sans"/>
              </a:defRPr>
            </a:lvl2pPr>
            <a:lvl3pPr lvl="2" algn="r">
              <a:buNone/>
              <a:defRPr sz="700">
                <a:solidFill>
                  <a:schemeClr val="dk1"/>
                </a:solidFill>
                <a:latin typeface="DM Sans"/>
                <a:ea typeface="DM Sans"/>
                <a:cs typeface="DM Sans"/>
                <a:sym typeface="DM Sans"/>
              </a:defRPr>
            </a:lvl3pPr>
            <a:lvl4pPr lvl="3" algn="r">
              <a:buNone/>
              <a:defRPr sz="700">
                <a:solidFill>
                  <a:schemeClr val="dk1"/>
                </a:solidFill>
                <a:latin typeface="DM Sans"/>
                <a:ea typeface="DM Sans"/>
                <a:cs typeface="DM Sans"/>
                <a:sym typeface="DM Sans"/>
              </a:defRPr>
            </a:lvl4pPr>
            <a:lvl5pPr lvl="4" algn="r">
              <a:buNone/>
              <a:defRPr sz="700">
                <a:solidFill>
                  <a:schemeClr val="dk1"/>
                </a:solidFill>
                <a:latin typeface="DM Sans"/>
                <a:ea typeface="DM Sans"/>
                <a:cs typeface="DM Sans"/>
                <a:sym typeface="DM Sans"/>
              </a:defRPr>
            </a:lvl5pPr>
            <a:lvl6pPr lvl="5" algn="r">
              <a:buNone/>
              <a:defRPr sz="700">
                <a:solidFill>
                  <a:schemeClr val="dk1"/>
                </a:solidFill>
                <a:latin typeface="DM Sans"/>
                <a:ea typeface="DM Sans"/>
                <a:cs typeface="DM Sans"/>
                <a:sym typeface="DM Sans"/>
              </a:defRPr>
            </a:lvl6pPr>
            <a:lvl7pPr lvl="6" algn="r">
              <a:buNone/>
              <a:defRPr sz="700">
                <a:solidFill>
                  <a:schemeClr val="dk1"/>
                </a:solidFill>
                <a:latin typeface="DM Sans"/>
                <a:ea typeface="DM Sans"/>
                <a:cs typeface="DM Sans"/>
                <a:sym typeface="DM Sans"/>
              </a:defRPr>
            </a:lvl7pPr>
            <a:lvl8pPr lvl="7" algn="r">
              <a:buNone/>
              <a:defRPr sz="700">
                <a:solidFill>
                  <a:schemeClr val="dk1"/>
                </a:solidFill>
                <a:latin typeface="DM Sans"/>
                <a:ea typeface="DM Sans"/>
                <a:cs typeface="DM Sans"/>
                <a:sym typeface="DM Sans"/>
              </a:defRPr>
            </a:lvl8pPr>
            <a:lvl9pPr lvl="8" algn="r">
              <a:buNone/>
              <a:defRPr sz="700">
                <a:solidFill>
                  <a:schemeClr val="dk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332" name="Google Shape;332;p41"/>
          <p:cNvSpPr txBox="1"/>
          <p:nvPr>
            <p:ph idx="9"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
        <p:nvSpPr>
          <p:cNvPr id="333" name="Google Shape;333;p41"/>
          <p:cNvSpPr txBox="1"/>
          <p:nvPr>
            <p:ph idx="13" type="subTitle"/>
          </p:nvPr>
        </p:nvSpPr>
        <p:spPr>
          <a:xfrm>
            <a:off x="353250" y="3248209"/>
            <a:ext cx="1587900" cy="187800"/>
          </a:xfrm>
          <a:prstGeom prst="rect">
            <a:avLst/>
          </a:prstGeom>
        </p:spPr>
        <p:txBody>
          <a:bodyPr anchorCtr="0" anchor="t" bIns="0" lIns="0" spcFirstLastPara="1" rIns="0" wrap="square" tIns="0">
            <a:spAutoFit/>
          </a:bodyPr>
          <a:lstStyle>
            <a:lvl1pPr lvl="0" algn="ctr">
              <a:spcBef>
                <a:spcPts val="0"/>
              </a:spcBef>
              <a:spcAft>
                <a:spcPts val="0"/>
              </a:spcAft>
              <a:buClr>
                <a:schemeClr val="accent1"/>
              </a:buClr>
              <a:buSzPts val="1400"/>
              <a:buNone/>
              <a:defRPr>
                <a:solidFill>
                  <a:schemeClr val="accent1"/>
                </a:solidFill>
              </a:defRPr>
            </a:lvl1pPr>
            <a:lvl2pPr lvl="1" algn="ctr">
              <a:spcBef>
                <a:spcPts val="0"/>
              </a:spcBef>
              <a:spcAft>
                <a:spcPts val="0"/>
              </a:spcAft>
              <a:buClr>
                <a:schemeClr val="accent1"/>
              </a:buClr>
              <a:buSzPts val="1000"/>
              <a:buNone/>
              <a:defRPr sz="1000">
                <a:solidFill>
                  <a:schemeClr val="accent1"/>
                </a:solidFill>
              </a:defRPr>
            </a:lvl2pPr>
            <a:lvl3pPr lvl="2" algn="ctr">
              <a:spcBef>
                <a:spcPts val="0"/>
              </a:spcBef>
              <a:spcAft>
                <a:spcPts val="0"/>
              </a:spcAft>
              <a:buClr>
                <a:schemeClr val="accent1"/>
              </a:buClr>
              <a:buSzPts val="1000"/>
              <a:buNone/>
              <a:defRPr sz="1000">
                <a:solidFill>
                  <a:schemeClr val="accent1"/>
                </a:solidFill>
              </a:defRPr>
            </a:lvl3pPr>
            <a:lvl4pPr lvl="3" algn="ctr">
              <a:spcBef>
                <a:spcPts val="0"/>
              </a:spcBef>
              <a:spcAft>
                <a:spcPts val="0"/>
              </a:spcAft>
              <a:buClr>
                <a:schemeClr val="accent1"/>
              </a:buClr>
              <a:buSzPts val="1000"/>
              <a:buNone/>
              <a:defRPr sz="1000">
                <a:solidFill>
                  <a:schemeClr val="accent1"/>
                </a:solidFill>
              </a:defRPr>
            </a:lvl4pPr>
            <a:lvl5pPr lvl="4" algn="ctr">
              <a:spcBef>
                <a:spcPts val="0"/>
              </a:spcBef>
              <a:spcAft>
                <a:spcPts val="0"/>
              </a:spcAft>
              <a:buClr>
                <a:schemeClr val="accent1"/>
              </a:buClr>
              <a:buSzPts val="1000"/>
              <a:buNone/>
              <a:defRPr sz="1000">
                <a:solidFill>
                  <a:schemeClr val="accent1"/>
                </a:solidFill>
              </a:defRPr>
            </a:lvl5pPr>
            <a:lvl6pPr lvl="5" algn="ctr">
              <a:spcBef>
                <a:spcPts val="0"/>
              </a:spcBef>
              <a:spcAft>
                <a:spcPts val="0"/>
              </a:spcAft>
              <a:buClr>
                <a:schemeClr val="accent1"/>
              </a:buClr>
              <a:buSzPts val="1000"/>
              <a:buNone/>
              <a:defRPr sz="1000">
                <a:solidFill>
                  <a:schemeClr val="accent1"/>
                </a:solidFill>
              </a:defRPr>
            </a:lvl6pPr>
            <a:lvl7pPr lvl="6" algn="ctr">
              <a:spcBef>
                <a:spcPts val="0"/>
              </a:spcBef>
              <a:spcAft>
                <a:spcPts val="0"/>
              </a:spcAft>
              <a:buClr>
                <a:schemeClr val="accent1"/>
              </a:buClr>
              <a:buSzPts val="1000"/>
              <a:buNone/>
              <a:defRPr sz="1000">
                <a:solidFill>
                  <a:schemeClr val="accent1"/>
                </a:solidFill>
              </a:defRPr>
            </a:lvl7pPr>
            <a:lvl8pPr lvl="7" algn="ctr">
              <a:spcBef>
                <a:spcPts val="0"/>
              </a:spcBef>
              <a:spcAft>
                <a:spcPts val="0"/>
              </a:spcAft>
              <a:buClr>
                <a:schemeClr val="accent1"/>
              </a:buClr>
              <a:buSzPts val="1000"/>
              <a:buNone/>
              <a:defRPr sz="1000">
                <a:solidFill>
                  <a:schemeClr val="accent1"/>
                </a:solidFill>
              </a:defRPr>
            </a:lvl8pPr>
            <a:lvl9pPr lvl="8" algn="ctr">
              <a:spcBef>
                <a:spcPts val="0"/>
              </a:spcBef>
              <a:spcAft>
                <a:spcPts val="0"/>
              </a:spcAft>
              <a:buClr>
                <a:schemeClr val="accent1"/>
              </a:buClr>
              <a:buSzPts val="1000"/>
              <a:buNone/>
              <a:defRPr sz="1000">
                <a:solidFill>
                  <a:schemeClr val="accent1"/>
                </a:solidFill>
              </a:defRPr>
            </a:lvl9pPr>
          </a:lstStyle>
          <a:p/>
        </p:txBody>
      </p:sp>
      <p:sp>
        <p:nvSpPr>
          <p:cNvPr id="334" name="Google Shape;334;p41"/>
          <p:cNvSpPr txBox="1"/>
          <p:nvPr>
            <p:ph idx="14" type="subTitle"/>
          </p:nvPr>
        </p:nvSpPr>
        <p:spPr>
          <a:xfrm>
            <a:off x="353250" y="3050375"/>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dk1"/>
              </a:buClr>
              <a:buSzPts val="800"/>
              <a:buNone/>
              <a:defRPr sz="800">
                <a:solidFill>
                  <a:schemeClr val="dk1"/>
                </a:solidFill>
              </a:defRPr>
            </a:lvl1pPr>
            <a:lvl2pPr lvl="1" algn="ctr">
              <a:spcBef>
                <a:spcPts val="0"/>
              </a:spcBef>
              <a:spcAft>
                <a:spcPts val="0"/>
              </a:spcAft>
              <a:buClr>
                <a:schemeClr val="dk1"/>
              </a:buClr>
              <a:buSzPts val="800"/>
              <a:buNone/>
              <a:defRPr sz="800">
                <a:solidFill>
                  <a:schemeClr val="dk1"/>
                </a:solidFill>
              </a:defRPr>
            </a:lvl2pPr>
            <a:lvl3pPr lvl="2" algn="ctr">
              <a:spcBef>
                <a:spcPts val="0"/>
              </a:spcBef>
              <a:spcAft>
                <a:spcPts val="0"/>
              </a:spcAft>
              <a:buClr>
                <a:schemeClr val="dk1"/>
              </a:buClr>
              <a:buSzPts val="800"/>
              <a:buNone/>
              <a:defRPr sz="800">
                <a:solidFill>
                  <a:schemeClr val="dk1"/>
                </a:solidFill>
              </a:defRPr>
            </a:lvl3pPr>
            <a:lvl4pPr lvl="3" algn="ctr">
              <a:spcBef>
                <a:spcPts val="0"/>
              </a:spcBef>
              <a:spcAft>
                <a:spcPts val="0"/>
              </a:spcAft>
              <a:buClr>
                <a:schemeClr val="dk1"/>
              </a:buClr>
              <a:buSzPts val="800"/>
              <a:buNone/>
              <a:defRPr sz="800">
                <a:solidFill>
                  <a:schemeClr val="dk1"/>
                </a:solidFill>
              </a:defRPr>
            </a:lvl4pPr>
            <a:lvl5pPr lvl="4" algn="ctr">
              <a:spcBef>
                <a:spcPts val="0"/>
              </a:spcBef>
              <a:spcAft>
                <a:spcPts val="0"/>
              </a:spcAft>
              <a:buClr>
                <a:schemeClr val="dk1"/>
              </a:buClr>
              <a:buSzPts val="800"/>
              <a:buNone/>
              <a:defRPr sz="800">
                <a:solidFill>
                  <a:schemeClr val="dk1"/>
                </a:solidFill>
              </a:defRPr>
            </a:lvl5pPr>
            <a:lvl6pPr lvl="5" algn="ctr">
              <a:spcBef>
                <a:spcPts val="0"/>
              </a:spcBef>
              <a:spcAft>
                <a:spcPts val="0"/>
              </a:spcAft>
              <a:buClr>
                <a:schemeClr val="dk1"/>
              </a:buClr>
              <a:buSzPts val="800"/>
              <a:buNone/>
              <a:defRPr sz="800">
                <a:solidFill>
                  <a:schemeClr val="dk1"/>
                </a:solidFill>
              </a:defRPr>
            </a:lvl6pPr>
            <a:lvl7pPr lvl="6" algn="ctr">
              <a:spcBef>
                <a:spcPts val="0"/>
              </a:spcBef>
              <a:spcAft>
                <a:spcPts val="0"/>
              </a:spcAft>
              <a:buClr>
                <a:schemeClr val="dk1"/>
              </a:buClr>
              <a:buSzPts val="800"/>
              <a:buNone/>
              <a:defRPr sz="800">
                <a:solidFill>
                  <a:schemeClr val="dk1"/>
                </a:solidFill>
              </a:defRPr>
            </a:lvl7pPr>
            <a:lvl8pPr lvl="7" algn="ctr">
              <a:spcBef>
                <a:spcPts val="0"/>
              </a:spcBef>
              <a:spcAft>
                <a:spcPts val="0"/>
              </a:spcAft>
              <a:buClr>
                <a:schemeClr val="dk1"/>
              </a:buClr>
              <a:buSzPts val="800"/>
              <a:buNone/>
              <a:defRPr sz="800">
                <a:solidFill>
                  <a:schemeClr val="dk1"/>
                </a:solidFill>
              </a:defRPr>
            </a:lvl8pPr>
            <a:lvl9pPr lvl="8" algn="ctr">
              <a:spcBef>
                <a:spcPts val="0"/>
              </a:spcBef>
              <a:spcAft>
                <a:spcPts val="0"/>
              </a:spcAft>
              <a:buClr>
                <a:schemeClr val="dk1"/>
              </a:buClr>
              <a:buSzPts val="800"/>
              <a:buNone/>
              <a:defRPr sz="800">
                <a:solidFill>
                  <a:schemeClr val="dk1"/>
                </a:solidFill>
              </a:defRPr>
            </a:lvl9pPr>
          </a:lstStyle>
          <a:p/>
        </p:txBody>
      </p:sp>
      <p:sp>
        <p:nvSpPr>
          <p:cNvPr id="335" name="Google Shape;335;p41"/>
          <p:cNvSpPr txBox="1"/>
          <p:nvPr>
            <p:ph idx="15" type="subTitle"/>
          </p:nvPr>
        </p:nvSpPr>
        <p:spPr>
          <a:xfrm>
            <a:off x="353250" y="4598973"/>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accent1"/>
              </a:buClr>
              <a:buSzPts val="900"/>
              <a:buFont typeface="DM Sans Light"/>
              <a:buNone/>
              <a:defRPr sz="900">
                <a:solidFill>
                  <a:schemeClr val="accent1"/>
                </a:solidFill>
                <a:latin typeface="DM Sans Light"/>
                <a:ea typeface="DM Sans Light"/>
                <a:cs typeface="DM Sans Light"/>
                <a:sym typeface="DM Sans Light"/>
              </a:defRPr>
            </a:lvl1pPr>
            <a:lvl2pPr lvl="1"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2pPr>
            <a:lvl3pPr lvl="2"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3pPr>
            <a:lvl4pPr lvl="3"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4pPr>
            <a:lvl5pPr lvl="4"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5pPr>
            <a:lvl6pPr lvl="5"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6pPr>
            <a:lvl7pPr lvl="6"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7pPr>
            <a:lvl8pPr lvl="7"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8pPr>
            <a:lvl9pPr lvl="8"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9pPr>
          </a:lstStyle>
          <a:p/>
        </p:txBody>
      </p:sp>
      <p:sp>
        <p:nvSpPr>
          <p:cNvPr id="336" name="Google Shape;336;p41"/>
          <p:cNvSpPr txBox="1"/>
          <p:nvPr>
            <p:ph idx="16" type="subTitle"/>
          </p:nvPr>
        </p:nvSpPr>
        <p:spPr>
          <a:xfrm>
            <a:off x="7188325" y="3248209"/>
            <a:ext cx="1587900" cy="187800"/>
          </a:xfrm>
          <a:prstGeom prst="rect">
            <a:avLst/>
          </a:prstGeom>
        </p:spPr>
        <p:txBody>
          <a:bodyPr anchorCtr="0" anchor="t" bIns="0" lIns="0" spcFirstLastPara="1" rIns="0" wrap="square" tIns="0">
            <a:spAutoFit/>
          </a:bodyPr>
          <a:lstStyle>
            <a:lvl1pPr lvl="0" algn="ctr">
              <a:spcBef>
                <a:spcPts val="0"/>
              </a:spcBef>
              <a:spcAft>
                <a:spcPts val="0"/>
              </a:spcAft>
              <a:buClr>
                <a:schemeClr val="accent1"/>
              </a:buClr>
              <a:buSzPts val="1400"/>
              <a:buNone/>
              <a:defRPr>
                <a:solidFill>
                  <a:schemeClr val="accent1"/>
                </a:solidFill>
              </a:defRPr>
            </a:lvl1pPr>
            <a:lvl2pPr lvl="1" algn="ctr">
              <a:spcBef>
                <a:spcPts val="0"/>
              </a:spcBef>
              <a:spcAft>
                <a:spcPts val="0"/>
              </a:spcAft>
              <a:buClr>
                <a:schemeClr val="accent1"/>
              </a:buClr>
              <a:buSzPts val="1000"/>
              <a:buNone/>
              <a:defRPr sz="1000">
                <a:solidFill>
                  <a:schemeClr val="accent1"/>
                </a:solidFill>
              </a:defRPr>
            </a:lvl2pPr>
            <a:lvl3pPr lvl="2" algn="ctr">
              <a:spcBef>
                <a:spcPts val="0"/>
              </a:spcBef>
              <a:spcAft>
                <a:spcPts val="0"/>
              </a:spcAft>
              <a:buClr>
                <a:schemeClr val="accent1"/>
              </a:buClr>
              <a:buSzPts val="1000"/>
              <a:buNone/>
              <a:defRPr sz="1000">
                <a:solidFill>
                  <a:schemeClr val="accent1"/>
                </a:solidFill>
              </a:defRPr>
            </a:lvl3pPr>
            <a:lvl4pPr lvl="3" algn="ctr">
              <a:spcBef>
                <a:spcPts val="0"/>
              </a:spcBef>
              <a:spcAft>
                <a:spcPts val="0"/>
              </a:spcAft>
              <a:buClr>
                <a:schemeClr val="accent1"/>
              </a:buClr>
              <a:buSzPts val="1000"/>
              <a:buNone/>
              <a:defRPr sz="1000">
                <a:solidFill>
                  <a:schemeClr val="accent1"/>
                </a:solidFill>
              </a:defRPr>
            </a:lvl4pPr>
            <a:lvl5pPr lvl="4" algn="ctr">
              <a:spcBef>
                <a:spcPts val="0"/>
              </a:spcBef>
              <a:spcAft>
                <a:spcPts val="0"/>
              </a:spcAft>
              <a:buClr>
                <a:schemeClr val="accent1"/>
              </a:buClr>
              <a:buSzPts val="1000"/>
              <a:buNone/>
              <a:defRPr sz="1000">
                <a:solidFill>
                  <a:schemeClr val="accent1"/>
                </a:solidFill>
              </a:defRPr>
            </a:lvl5pPr>
            <a:lvl6pPr lvl="5" algn="ctr">
              <a:spcBef>
                <a:spcPts val="0"/>
              </a:spcBef>
              <a:spcAft>
                <a:spcPts val="0"/>
              </a:spcAft>
              <a:buClr>
                <a:schemeClr val="accent1"/>
              </a:buClr>
              <a:buSzPts val="1000"/>
              <a:buNone/>
              <a:defRPr sz="1000">
                <a:solidFill>
                  <a:schemeClr val="accent1"/>
                </a:solidFill>
              </a:defRPr>
            </a:lvl6pPr>
            <a:lvl7pPr lvl="6" algn="ctr">
              <a:spcBef>
                <a:spcPts val="0"/>
              </a:spcBef>
              <a:spcAft>
                <a:spcPts val="0"/>
              </a:spcAft>
              <a:buClr>
                <a:schemeClr val="accent1"/>
              </a:buClr>
              <a:buSzPts val="1000"/>
              <a:buNone/>
              <a:defRPr sz="1000">
                <a:solidFill>
                  <a:schemeClr val="accent1"/>
                </a:solidFill>
              </a:defRPr>
            </a:lvl7pPr>
            <a:lvl8pPr lvl="7" algn="ctr">
              <a:spcBef>
                <a:spcPts val="0"/>
              </a:spcBef>
              <a:spcAft>
                <a:spcPts val="0"/>
              </a:spcAft>
              <a:buClr>
                <a:schemeClr val="accent1"/>
              </a:buClr>
              <a:buSzPts val="1000"/>
              <a:buNone/>
              <a:defRPr sz="1000">
                <a:solidFill>
                  <a:schemeClr val="accent1"/>
                </a:solidFill>
              </a:defRPr>
            </a:lvl8pPr>
            <a:lvl9pPr lvl="8" algn="ctr">
              <a:spcBef>
                <a:spcPts val="0"/>
              </a:spcBef>
              <a:spcAft>
                <a:spcPts val="0"/>
              </a:spcAft>
              <a:buClr>
                <a:schemeClr val="accent1"/>
              </a:buClr>
              <a:buSzPts val="1000"/>
              <a:buNone/>
              <a:defRPr sz="1000">
                <a:solidFill>
                  <a:schemeClr val="accent1"/>
                </a:solidFill>
              </a:defRPr>
            </a:lvl9pPr>
          </a:lstStyle>
          <a:p/>
        </p:txBody>
      </p:sp>
      <p:sp>
        <p:nvSpPr>
          <p:cNvPr id="337" name="Google Shape;337;p41"/>
          <p:cNvSpPr txBox="1"/>
          <p:nvPr>
            <p:ph idx="17" type="subTitle"/>
          </p:nvPr>
        </p:nvSpPr>
        <p:spPr>
          <a:xfrm>
            <a:off x="7188325" y="3050375"/>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dk1"/>
              </a:buClr>
              <a:buSzPts val="800"/>
              <a:buNone/>
              <a:defRPr sz="800">
                <a:solidFill>
                  <a:schemeClr val="dk1"/>
                </a:solidFill>
              </a:defRPr>
            </a:lvl1pPr>
            <a:lvl2pPr lvl="1" algn="ctr">
              <a:spcBef>
                <a:spcPts val="0"/>
              </a:spcBef>
              <a:spcAft>
                <a:spcPts val="0"/>
              </a:spcAft>
              <a:buClr>
                <a:schemeClr val="dk1"/>
              </a:buClr>
              <a:buSzPts val="800"/>
              <a:buNone/>
              <a:defRPr sz="800">
                <a:solidFill>
                  <a:schemeClr val="dk1"/>
                </a:solidFill>
              </a:defRPr>
            </a:lvl2pPr>
            <a:lvl3pPr lvl="2" algn="ctr">
              <a:spcBef>
                <a:spcPts val="0"/>
              </a:spcBef>
              <a:spcAft>
                <a:spcPts val="0"/>
              </a:spcAft>
              <a:buClr>
                <a:schemeClr val="dk1"/>
              </a:buClr>
              <a:buSzPts val="800"/>
              <a:buNone/>
              <a:defRPr sz="800">
                <a:solidFill>
                  <a:schemeClr val="dk1"/>
                </a:solidFill>
              </a:defRPr>
            </a:lvl3pPr>
            <a:lvl4pPr lvl="3" algn="ctr">
              <a:spcBef>
                <a:spcPts val="0"/>
              </a:spcBef>
              <a:spcAft>
                <a:spcPts val="0"/>
              </a:spcAft>
              <a:buClr>
                <a:schemeClr val="dk1"/>
              </a:buClr>
              <a:buSzPts val="800"/>
              <a:buNone/>
              <a:defRPr sz="800">
                <a:solidFill>
                  <a:schemeClr val="dk1"/>
                </a:solidFill>
              </a:defRPr>
            </a:lvl4pPr>
            <a:lvl5pPr lvl="4" algn="ctr">
              <a:spcBef>
                <a:spcPts val="0"/>
              </a:spcBef>
              <a:spcAft>
                <a:spcPts val="0"/>
              </a:spcAft>
              <a:buClr>
                <a:schemeClr val="dk1"/>
              </a:buClr>
              <a:buSzPts val="800"/>
              <a:buNone/>
              <a:defRPr sz="800">
                <a:solidFill>
                  <a:schemeClr val="dk1"/>
                </a:solidFill>
              </a:defRPr>
            </a:lvl5pPr>
            <a:lvl6pPr lvl="5" algn="ctr">
              <a:spcBef>
                <a:spcPts val="0"/>
              </a:spcBef>
              <a:spcAft>
                <a:spcPts val="0"/>
              </a:spcAft>
              <a:buClr>
                <a:schemeClr val="dk1"/>
              </a:buClr>
              <a:buSzPts val="800"/>
              <a:buNone/>
              <a:defRPr sz="800">
                <a:solidFill>
                  <a:schemeClr val="dk1"/>
                </a:solidFill>
              </a:defRPr>
            </a:lvl6pPr>
            <a:lvl7pPr lvl="6" algn="ctr">
              <a:spcBef>
                <a:spcPts val="0"/>
              </a:spcBef>
              <a:spcAft>
                <a:spcPts val="0"/>
              </a:spcAft>
              <a:buClr>
                <a:schemeClr val="dk1"/>
              </a:buClr>
              <a:buSzPts val="800"/>
              <a:buNone/>
              <a:defRPr sz="800">
                <a:solidFill>
                  <a:schemeClr val="dk1"/>
                </a:solidFill>
              </a:defRPr>
            </a:lvl7pPr>
            <a:lvl8pPr lvl="7" algn="ctr">
              <a:spcBef>
                <a:spcPts val="0"/>
              </a:spcBef>
              <a:spcAft>
                <a:spcPts val="0"/>
              </a:spcAft>
              <a:buClr>
                <a:schemeClr val="dk1"/>
              </a:buClr>
              <a:buSzPts val="800"/>
              <a:buNone/>
              <a:defRPr sz="800">
                <a:solidFill>
                  <a:schemeClr val="dk1"/>
                </a:solidFill>
              </a:defRPr>
            </a:lvl8pPr>
            <a:lvl9pPr lvl="8" algn="ctr">
              <a:spcBef>
                <a:spcPts val="0"/>
              </a:spcBef>
              <a:spcAft>
                <a:spcPts val="0"/>
              </a:spcAft>
              <a:buClr>
                <a:schemeClr val="dk1"/>
              </a:buClr>
              <a:buSzPts val="800"/>
              <a:buNone/>
              <a:defRPr sz="800">
                <a:solidFill>
                  <a:schemeClr val="dk1"/>
                </a:solidFill>
              </a:defRPr>
            </a:lvl9pPr>
          </a:lstStyle>
          <a:p/>
        </p:txBody>
      </p:sp>
      <p:sp>
        <p:nvSpPr>
          <p:cNvPr id="338" name="Google Shape;338;p41"/>
          <p:cNvSpPr txBox="1"/>
          <p:nvPr>
            <p:ph idx="18" type="subTitle"/>
          </p:nvPr>
        </p:nvSpPr>
        <p:spPr>
          <a:xfrm>
            <a:off x="7188325" y="4598973"/>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accent1"/>
              </a:buClr>
              <a:buSzPts val="900"/>
              <a:buFont typeface="DM Sans Light"/>
              <a:buNone/>
              <a:defRPr sz="900">
                <a:solidFill>
                  <a:schemeClr val="accent1"/>
                </a:solidFill>
                <a:latin typeface="DM Sans Light"/>
                <a:ea typeface="DM Sans Light"/>
                <a:cs typeface="DM Sans Light"/>
                <a:sym typeface="DM Sans Light"/>
              </a:defRPr>
            </a:lvl1pPr>
            <a:lvl2pPr lvl="1"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2pPr>
            <a:lvl3pPr lvl="2"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3pPr>
            <a:lvl4pPr lvl="3"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4pPr>
            <a:lvl5pPr lvl="4"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5pPr>
            <a:lvl6pPr lvl="5"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6pPr>
            <a:lvl7pPr lvl="6"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7pPr>
            <a:lvl8pPr lvl="7"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8pPr>
            <a:lvl9pPr lvl="8"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9pPr>
          </a:lstStyle>
          <a:p/>
        </p:txBody>
      </p:sp>
      <p:sp>
        <p:nvSpPr>
          <p:cNvPr id="339" name="Google Shape;339;p41"/>
          <p:cNvSpPr txBox="1"/>
          <p:nvPr>
            <p:ph idx="19" type="subTitle"/>
          </p:nvPr>
        </p:nvSpPr>
        <p:spPr>
          <a:xfrm>
            <a:off x="4924850" y="3248209"/>
            <a:ext cx="1587900" cy="187800"/>
          </a:xfrm>
          <a:prstGeom prst="rect">
            <a:avLst/>
          </a:prstGeom>
        </p:spPr>
        <p:txBody>
          <a:bodyPr anchorCtr="0" anchor="t" bIns="0" lIns="0" spcFirstLastPara="1" rIns="0" wrap="square" tIns="0">
            <a:spAutoFit/>
          </a:bodyPr>
          <a:lstStyle>
            <a:lvl1pPr lvl="0" algn="ctr">
              <a:spcBef>
                <a:spcPts val="0"/>
              </a:spcBef>
              <a:spcAft>
                <a:spcPts val="0"/>
              </a:spcAft>
              <a:buClr>
                <a:schemeClr val="accent1"/>
              </a:buClr>
              <a:buSzPts val="1400"/>
              <a:buNone/>
              <a:defRPr>
                <a:solidFill>
                  <a:schemeClr val="accent1"/>
                </a:solidFill>
              </a:defRPr>
            </a:lvl1pPr>
            <a:lvl2pPr lvl="1" algn="ctr">
              <a:spcBef>
                <a:spcPts val="0"/>
              </a:spcBef>
              <a:spcAft>
                <a:spcPts val="0"/>
              </a:spcAft>
              <a:buClr>
                <a:schemeClr val="accent1"/>
              </a:buClr>
              <a:buSzPts val="1000"/>
              <a:buNone/>
              <a:defRPr sz="1000">
                <a:solidFill>
                  <a:schemeClr val="accent1"/>
                </a:solidFill>
              </a:defRPr>
            </a:lvl2pPr>
            <a:lvl3pPr lvl="2" algn="ctr">
              <a:spcBef>
                <a:spcPts val="0"/>
              </a:spcBef>
              <a:spcAft>
                <a:spcPts val="0"/>
              </a:spcAft>
              <a:buClr>
                <a:schemeClr val="accent1"/>
              </a:buClr>
              <a:buSzPts val="1000"/>
              <a:buNone/>
              <a:defRPr sz="1000">
                <a:solidFill>
                  <a:schemeClr val="accent1"/>
                </a:solidFill>
              </a:defRPr>
            </a:lvl3pPr>
            <a:lvl4pPr lvl="3" algn="ctr">
              <a:spcBef>
                <a:spcPts val="0"/>
              </a:spcBef>
              <a:spcAft>
                <a:spcPts val="0"/>
              </a:spcAft>
              <a:buClr>
                <a:schemeClr val="accent1"/>
              </a:buClr>
              <a:buSzPts val="1000"/>
              <a:buNone/>
              <a:defRPr sz="1000">
                <a:solidFill>
                  <a:schemeClr val="accent1"/>
                </a:solidFill>
              </a:defRPr>
            </a:lvl4pPr>
            <a:lvl5pPr lvl="4" algn="ctr">
              <a:spcBef>
                <a:spcPts val="0"/>
              </a:spcBef>
              <a:spcAft>
                <a:spcPts val="0"/>
              </a:spcAft>
              <a:buClr>
                <a:schemeClr val="accent1"/>
              </a:buClr>
              <a:buSzPts val="1000"/>
              <a:buNone/>
              <a:defRPr sz="1000">
                <a:solidFill>
                  <a:schemeClr val="accent1"/>
                </a:solidFill>
              </a:defRPr>
            </a:lvl5pPr>
            <a:lvl6pPr lvl="5" algn="ctr">
              <a:spcBef>
                <a:spcPts val="0"/>
              </a:spcBef>
              <a:spcAft>
                <a:spcPts val="0"/>
              </a:spcAft>
              <a:buClr>
                <a:schemeClr val="accent1"/>
              </a:buClr>
              <a:buSzPts val="1000"/>
              <a:buNone/>
              <a:defRPr sz="1000">
                <a:solidFill>
                  <a:schemeClr val="accent1"/>
                </a:solidFill>
              </a:defRPr>
            </a:lvl6pPr>
            <a:lvl7pPr lvl="6" algn="ctr">
              <a:spcBef>
                <a:spcPts val="0"/>
              </a:spcBef>
              <a:spcAft>
                <a:spcPts val="0"/>
              </a:spcAft>
              <a:buClr>
                <a:schemeClr val="accent1"/>
              </a:buClr>
              <a:buSzPts val="1000"/>
              <a:buNone/>
              <a:defRPr sz="1000">
                <a:solidFill>
                  <a:schemeClr val="accent1"/>
                </a:solidFill>
              </a:defRPr>
            </a:lvl7pPr>
            <a:lvl8pPr lvl="7" algn="ctr">
              <a:spcBef>
                <a:spcPts val="0"/>
              </a:spcBef>
              <a:spcAft>
                <a:spcPts val="0"/>
              </a:spcAft>
              <a:buClr>
                <a:schemeClr val="accent1"/>
              </a:buClr>
              <a:buSzPts val="1000"/>
              <a:buNone/>
              <a:defRPr sz="1000">
                <a:solidFill>
                  <a:schemeClr val="accent1"/>
                </a:solidFill>
              </a:defRPr>
            </a:lvl8pPr>
            <a:lvl9pPr lvl="8" algn="ctr">
              <a:spcBef>
                <a:spcPts val="0"/>
              </a:spcBef>
              <a:spcAft>
                <a:spcPts val="0"/>
              </a:spcAft>
              <a:buClr>
                <a:schemeClr val="accent1"/>
              </a:buClr>
              <a:buSzPts val="1000"/>
              <a:buNone/>
              <a:defRPr sz="1000">
                <a:solidFill>
                  <a:schemeClr val="accent1"/>
                </a:solidFill>
              </a:defRPr>
            </a:lvl9pPr>
          </a:lstStyle>
          <a:p/>
        </p:txBody>
      </p:sp>
      <p:sp>
        <p:nvSpPr>
          <p:cNvPr id="340" name="Google Shape;340;p41"/>
          <p:cNvSpPr txBox="1"/>
          <p:nvPr>
            <p:ph idx="20" type="subTitle"/>
          </p:nvPr>
        </p:nvSpPr>
        <p:spPr>
          <a:xfrm>
            <a:off x="4924850" y="3050375"/>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dk1"/>
              </a:buClr>
              <a:buSzPts val="800"/>
              <a:buNone/>
              <a:defRPr sz="800">
                <a:solidFill>
                  <a:schemeClr val="dk1"/>
                </a:solidFill>
              </a:defRPr>
            </a:lvl1pPr>
            <a:lvl2pPr lvl="1" algn="ctr">
              <a:spcBef>
                <a:spcPts val="0"/>
              </a:spcBef>
              <a:spcAft>
                <a:spcPts val="0"/>
              </a:spcAft>
              <a:buClr>
                <a:schemeClr val="dk1"/>
              </a:buClr>
              <a:buSzPts val="800"/>
              <a:buNone/>
              <a:defRPr sz="800">
                <a:solidFill>
                  <a:schemeClr val="dk1"/>
                </a:solidFill>
              </a:defRPr>
            </a:lvl2pPr>
            <a:lvl3pPr lvl="2" algn="ctr">
              <a:spcBef>
                <a:spcPts val="0"/>
              </a:spcBef>
              <a:spcAft>
                <a:spcPts val="0"/>
              </a:spcAft>
              <a:buClr>
                <a:schemeClr val="dk1"/>
              </a:buClr>
              <a:buSzPts val="800"/>
              <a:buNone/>
              <a:defRPr sz="800">
                <a:solidFill>
                  <a:schemeClr val="dk1"/>
                </a:solidFill>
              </a:defRPr>
            </a:lvl3pPr>
            <a:lvl4pPr lvl="3" algn="ctr">
              <a:spcBef>
                <a:spcPts val="0"/>
              </a:spcBef>
              <a:spcAft>
                <a:spcPts val="0"/>
              </a:spcAft>
              <a:buClr>
                <a:schemeClr val="dk1"/>
              </a:buClr>
              <a:buSzPts val="800"/>
              <a:buNone/>
              <a:defRPr sz="800">
                <a:solidFill>
                  <a:schemeClr val="dk1"/>
                </a:solidFill>
              </a:defRPr>
            </a:lvl4pPr>
            <a:lvl5pPr lvl="4" algn="ctr">
              <a:spcBef>
                <a:spcPts val="0"/>
              </a:spcBef>
              <a:spcAft>
                <a:spcPts val="0"/>
              </a:spcAft>
              <a:buClr>
                <a:schemeClr val="dk1"/>
              </a:buClr>
              <a:buSzPts val="800"/>
              <a:buNone/>
              <a:defRPr sz="800">
                <a:solidFill>
                  <a:schemeClr val="dk1"/>
                </a:solidFill>
              </a:defRPr>
            </a:lvl5pPr>
            <a:lvl6pPr lvl="5" algn="ctr">
              <a:spcBef>
                <a:spcPts val="0"/>
              </a:spcBef>
              <a:spcAft>
                <a:spcPts val="0"/>
              </a:spcAft>
              <a:buClr>
                <a:schemeClr val="dk1"/>
              </a:buClr>
              <a:buSzPts val="800"/>
              <a:buNone/>
              <a:defRPr sz="800">
                <a:solidFill>
                  <a:schemeClr val="dk1"/>
                </a:solidFill>
              </a:defRPr>
            </a:lvl6pPr>
            <a:lvl7pPr lvl="6" algn="ctr">
              <a:spcBef>
                <a:spcPts val="0"/>
              </a:spcBef>
              <a:spcAft>
                <a:spcPts val="0"/>
              </a:spcAft>
              <a:buClr>
                <a:schemeClr val="dk1"/>
              </a:buClr>
              <a:buSzPts val="800"/>
              <a:buNone/>
              <a:defRPr sz="800">
                <a:solidFill>
                  <a:schemeClr val="dk1"/>
                </a:solidFill>
              </a:defRPr>
            </a:lvl7pPr>
            <a:lvl8pPr lvl="7" algn="ctr">
              <a:spcBef>
                <a:spcPts val="0"/>
              </a:spcBef>
              <a:spcAft>
                <a:spcPts val="0"/>
              </a:spcAft>
              <a:buClr>
                <a:schemeClr val="dk1"/>
              </a:buClr>
              <a:buSzPts val="800"/>
              <a:buNone/>
              <a:defRPr sz="800">
                <a:solidFill>
                  <a:schemeClr val="dk1"/>
                </a:solidFill>
              </a:defRPr>
            </a:lvl8pPr>
            <a:lvl9pPr lvl="8" algn="ctr">
              <a:spcBef>
                <a:spcPts val="0"/>
              </a:spcBef>
              <a:spcAft>
                <a:spcPts val="0"/>
              </a:spcAft>
              <a:buClr>
                <a:schemeClr val="dk1"/>
              </a:buClr>
              <a:buSzPts val="800"/>
              <a:buNone/>
              <a:defRPr sz="800">
                <a:solidFill>
                  <a:schemeClr val="dk1"/>
                </a:solidFill>
              </a:defRPr>
            </a:lvl9pPr>
          </a:lstStyle>
          <a:p/>
        </p:txBody>
      </p:sp>
      <p:sp>
        <p:nvSpPr>
          <p:cNvPr id="341" name="Google Shape;341;p41"/>
          <p:cNvSpPr txBox="1"/>
          <p:nvPr>
            <p:ph idx="21" type="subTitle"/>
          </p:nvPr>
        </p:nvSpPr>
        <p:spPr>
          <a:xfrm>
            <a:off x="4924850" y="4598973"/>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accent1"/>
              </a:buClr>
              <a:buSzPts val="900"/>
              <a:buFont typeface="DM Sans Light"/>
              <a:buNone/>
              <a:defRPr sz="900">
                <a:solidFill>
                  <a:schemeClr val="accent1"/>
                </a:solidFill>
                <a:latin typeface="DM Sans Light"/>
                <a:ea typeface="DM Sans Light"/>
                <a:cs typeface="DM Sans Light"/>
                <a:sym typeface="DM Sans Light"/>
              </a:defRPr>
            </a:lvl1pPr>
            <a:lvl2pPr lvl="1"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2pPr>
            <a:lvl3pPr lvl="2"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3pPr>
            <a:lvl4pPr lvl="3"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4pPr>
            <a:lvl5pPr lvl="4"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5pPr>
            <a:lvl6pPr lvl="5"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6pPr>
            <a:lvl7pPr lvl="6"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7pPr>
            <a:lvl8pPr lvl="7"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8pPr>
            <a:lvl9pPr lvl="8"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9pPr>
          </a:lstStyle>
          <a:p/>
        </p:txBody>
      </p:sp>
      <p:sp>
        <p:nvSpPr>
          <p:cNvPr id="342" name="Google Shape;342;p41"/>
          <p:cNvSpPr txBox="1"/>
          <p:nvPr>
            <p:ph idx="22" type="subTitle"/>
          </p:nvPr>
        </p:nvSpPr>
        <p:spPr>
          <a:xfrm>
            <a:off x="2643513" y="3248209"/>
            <a:ext cx="1587900" cy="187800"/>
          </a:xfrm>
          <a:prstGeom prst="rect">
            <a:avLst/>
          </a:prstGeom>
        </p:spPr>
        <p:txBody>
          <a:bodyPr anchorCtr="0" anchor="t" bIns="0" lIns="0" spcFirstLastPara="1" rIns="0" wrap="square" tIns="0">
            <a:spAutoFit/>
          </a:bodyPr>
          <a:lstStyle>
            <a:lvl1pPr lvl="0" algn="ctr">
              <a:spcBef>
                <a:spcPts val="0"/>
              </a:spcBef>
              <a:spcAft>
                <a:spcPts val="0"/>
              </a:spcAft>
              <a:buClr>
                <a:schemeClr val="accent1"/>
              </a:buClr>
              <a:buSzPts val="1400"/>
              <a:buNone/>
              <a:defRPr>
                <a:solidFill>
                  <a:schemeClr val="accent1"/>
                </a:solidFill>
              </a:defRPr>
            </a:lvl1pPr>
            <a:lvl2pPr lvl="1" algn="ctr">
              <a:spcBef>
                <a:spcPts val="0"/>
              </a:spcBef>
              <a:spcAft>
                <a:spcPts val="0"/>
              </a:spcAft>
              <a:buClr>
                <a:schemeClr val="accent1"/>
              </a:buClr>
              <a:buSzPts val="1000"/>
              <a:buNone/>
              <a:defRPr sz="1000">
                <a:solidFill>
                  <a:schemeClr val="accent1"/>
                </a:solidFill>
              </a:defRPr>
            </a:lvl2pPr>
            <a:lvl3pPr lvl="2" algn="ctr">
              <a:spcBef>
                <a:spcPts val="0"/>
              </a:spcBef>
              <a:spcAft>
                <a:spcPts val="0"/>
              </a:spcAft>
              <a:buClr>
                <a:schemeClr val="accent1"/>
              </a:buClr>
              <a:buSzPts val="1000"/>
              <a:buNone/>
              <a:defRPr sz="1000">
                <a:solidFill>
                  <a:schemeClr val="accent1"/>
                </a:solidFill>
              </a:defRPr>
            </a:lvl3pPr>
            <a:lvl4pPr lvl="3" algn="ctr">
              <a:spcBef>
                <a:spcPts val="0"/>
              </a:spcBef>
              <a:spcAft>
                <a:spcPts val="0"/>
              </a:spcAft>
              <a:buClr>
                <a:schemeClr val="accent1"/>
              </a:buClr>
              <a:buSzPts val="1000"/>
              <a:buNone/>
              <a:defRPr sz="1000">
                <a:solidFill>
                  <a:schemeClr val="accent1"/>
                </a:solidFill>
              </a:defRPr>
            </a:lvl4pPr>
            <a:lvl5pPr lvl="4" algn="ctr">
              <a:spcBef>
                <a:spcPts val="0"/>
              </a:spcBef>
              <a:spcAft>
                <a:spcPts val="0"/>
              </a:spcAft>
              <a:buClr>
                <a:schemeClr val="accent1"/>
              </a:buClr>
              <a:buSzPts val="1000"/>
              <a:buNone/>
              <a:defRPr sz="1000">
                <a:solidFill>
                  <a:schemeClr val="accent1"/>
                </a:solidFill>
              </a:defRPr>
            </a:lvl5pPr>
            <a:lvl6pPr lvl="5" algn="ctr">
              <a:spcBef>
                <a:spcPts val="0"/>
              </a:spcBef>
              <a:spcAft>
                <a:spcPts val="0"/>
              </a:spcAft>
              <a:buClr>
                <a:schemeClr val="accent1"/>
              </a:buClr>
              <a:buSzPts val="1000"/>
              <a:buNone/>
              <a:defRPr sz="1000">
                <a:solidFill>
                  <a:schemeClr val="accent1"/>
                </a:solidFill>
              </a:defRPr>
            </a:lvl6pPr>
            <a:lvl7pPr lvl="6" algn="ctr">
              <a:spcBef>
                <a:spcPts val="0"/>
              </a:spcBef>
              <a:spcAft>
                <a:spcPts val="0"/>
              </a:spcAft>
              <a:buClr>
                <a:schemeClr val="accent1"/>
              </a:buClr>
              <a:buSzPts val="1000"/>
              <a:buNone/>
              <a:defRPr sz="1000">
                <a:solidFill>
                  <a:schemeClr val="accent1"/>
                </a:solidFill>
              </a:defRPr>
            </a:lvl7pPr>
            <a:lvl8pPr lvl="7" algn="ctr">
              <a:spcBef>
                <a:spcPts val="0"/>
              </a:spcBef>
              <a:spcAft>
                <a:spcPts val="0"/>
              </a:spcAft>
              <a:buClr>
                <a:schemeClr val="accent1"/>
              </a:buClr>
              <a:buSzPts val="1000"/>
              <a:buNone/>
              <a:defRPr sz="1000">
                <a:solidFill>
                  <a:schemeClr val="accent1"/>
                </a:solidFill>
              </a:defRPr>
            </a:lvl8pPr>
            <a:lvl9pPr lvl="8" algn="ctr">
              <a:spcBef>
                <a:spcPts val="0"/>
              </a:spcBef>
              <a:spcAft>
                <a:spcPts val="0"/>
              </a:spcAft>
              <a:buClr>
                <a:schemeClr val="accent1"/>
              </a:buClr>
              <a:buSzPts val="1000"/>
              <a:buNone/>
              <a:defRPr sz="1000">
                <a:solidFill>
                  <a:schemeClr val="accent1"/>
                </a:solidFill>
              </a:defRPr>
            </a:lvl9pPr>
          </a:lstStyle>
          <a:p/>
        </p:txBody>
      </p:sp>
      <p:sp>
        <p:nvSpPr>
          <p:cNvPr id="343" name="Google Shape;343;p41"/>
          <p:cNvSpPr txBox="1"/>
          <p:nvPr>
            <p:ph idx="23" type="subTitle"/>
          </p:nvPr>
        </p:nvSpPr>
        <p:spPr>
          <a:xfrm>
            <a:off x="2643513" y="3050375"/>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dk1"/>
              </a:buClr>
              <a:buSzPts val="800"/>
              <a:buNone/>
              <a:defRPr sz="800">
                <a:solidFill>
                  <a:schemeClr val="dk1"/>
                </a:solidFill>
              </a:defRPr>
            </a:lvl1pPr>
            <a:lvl2pPr lvl="1" algn="ctr">
              <a:spcBef>
                <a:spcPts val="0"/>
              </a:spcBef>
              <a:spcAft>
                <a:spcPts val="0"/>
              </a:spcAft>
              <a:buClr>
                <a:schemeClr val="dk1"/>
              </a:buClr>
              <a:buSzPts val="800"/>
              <a:buNone/>
              <a:defRPr sz="800">
                <a:solidFill>
                  <a:schemeClr val="dk1"/>
                </a:solidFill>
              </a:defRPr>
            </a:lvl2pPr>
            <a:lvl3pPr lvl="2" algn="ctr">
              <a:spcBef>
                <a:spcPts val="0"/>
              </a:spcBef>
              <a:spcAft>
                <a:spcPts val="0"/>
              </a:spcAft>
              <a:buClr>
                <a:schemeClr val="dk1"/>
              </a:buClr>
              <a:buSzPts val="800"/>
              <a:buNone/>
              <a:defRPr sz="800">
                <a:solidFill>
                  <a:schemeClr val="dk1"/>
                </a:solidFill>
              </a:defRPr>
            </a:lvl3pPr>
            <a:lvl4pPr lvl="3" algn="ctr">
              <a:spcBef>
                <a:spcPts val="0"/>
              </a:spcBef>
              <a:spcAft>
                <a:spcPts val="0"/>
              </a:spcAft>
              <a:buClr>
                <a:schemeClr val="dk1"/>
              </a:buClr>
              <a:buSzPts val="800"/>
              <a:buNone/>
              <a:defRPr sz="800">
                <a:solidFill>
                  <a:schemeClr val="dk1"/>
                </a:solidFill>
              </a:defRPr>
            </a:lvl4pPr>
            <a:lvl5pPr lvl="4" algn="ctr">
              <a:spcBef>
                <a:spcPts val="0"/>
              </a:spcBef>
              <a:spcAft>
                <a:spcPts val="0"/>
              </a:spcAft>
              <a:buClr>
                <a:schemeClr val="dk1"/>
              </a:buClr>
              <a:buSzPts val="800"/>
              <a:buNone/>
              <a:defRPr sz="800">
                <a:solidFill>
                  <a:schemeClr val="dk1"/>
                </a:solidFill>
              </a:defRPr>
            </a:lvl5pPr>
            <a:lvl6pPr lvl="5" algn="ctr">
              <a:spcBef>
                <a:spcPts val="0"/>
              </a:spcBef>
              <a:spcAft>
                <a:spcPts val="0"/>
              </a:spcAft>
              <a:buClr>
                <a:schemeClr val="dk1"/>
              </a:buClr>
              <a:buSzPts val="800"/>
              <a:buNone/>
              <a:defRPr sz="800">
                <a:solidFill>
                  <a:schemeClr val="dk1"/>
                </a:solidFill>
              </a:defRPr>
            </a:lvl6pPr>
            <a:lvl7pPr lvl="6" algn="ctr">
              <a:spcBef>
                <a:spcPts val="0"/>
              </a:spcBef>
              <a:spcAft>
                <a:spcPts val="0"/>
              </a:spcAft>
              <a:buClr>
                <a:schemeClr val="dk1"/>
              </a:buClr>
              <a:buSzPts val="800"/>
              <a:buNone/>
              <a:defRPr sz="800">
                <a:solidFill>
                  <a:schemeClr val="dk1"/>
                </a:solidFill>
              </a:defRPr>
            </a:lvl7pPr>
            <a:lvl8pPr lvl="7" algn="ctr">
              <a:spcBef>
                <a:spcPts val="0"/>
              </a:spcBef>
              <a:spcAft>
                <a:spcPts val="0"/>
              </a:spcAft>
              <a:buClr>
                <a:schemeClr val="dk1"/>
              </a:buClr>
              <a:buSzPts val="800"/>
              <a:buNone/>
              <a:defRPr sz="800">
                <a:solidFill>
                  <a:schemeClr val="dk1"/>
                </a:solidFill>
              </a:defRPr>
            </a:lvl8pPr>
            <a:lvl9pPr lvl="8" algn="ctr">
              <a:spcBef>
                <a:spcPts val="0"/>
              </a:spcBef>
              <a:spcAft>
                <a:spcPts val="0"/>
              </a:spcAft>
              <a:buClr>
                <a:schemeClr val="dk1"/>
              </a:buClr>
              <a:buSzPts val="800"/>
              <a:buNone/>
              <a:defRPr sz="800">
                <a:solidFill>
                  <a:schemeClr val="dk1"/>
                </a:solidFill>
              </a:defRPr>
            </a:lvl9pPr>
          </a:lstStyle>
          <a:p/>
        </p:txBody>
      </p:sp>
      <p:sp>
        <p:nvSpPr>
          <p:cNvPr id="344" name="Google Shape;344;p41"/>
          <p:cNvSpPr txBox="1"/>
          <p:nvPr>
            <p:ph idx="24" type="subTitle"/>
          </p:nvPr>
        </p:nvSpPr>
        <p:spPr>
          <a:xfrm>
            <a:off x="2643513" y="4598973"/>
            <a:ext cx="1587900" cy="219600"/>
          </a:xfrm>
          <a:prstGeom prst="rect">
            <a:avLst/>
          </a:prstGeom>
        </p:spPr>
        <p:txBody>
          <a:bodyPr anchorCtr="0" anchor="ctr" bIns="0" lIns="0" spcFirstLastPara="1" rIns="0" wrap="square" tIns="0">
            <a:noAutofit/>
          </a:bodyPr>
          <a:lstStyle>
            <a:lvl1pPr lvl="0" algn="ctr">
              <a:spcBef>
                <a:spcPts val="0"/>
              </a:spcBef>
              <a:spcAft>
                <a:spcPts val="0"/>
              </a:spcAft>
              <a:buClr>
                <a:schemeClr val="accent1"/>
              </a:buClr>
              <a:buSzPts val="900"/>
              <a:buFont typeface="DM Sans Light"/>
              <a:buNone/>
              <a:defRPr sz="900">
                <a:solidFill>
                  <a:schemeClr val="accent1"/>
                </a:solidFill>
                <a:latin typeface="DM Sans Light"/>
                <a:ea typeface="DM Sans Light"/>
                <a:cs typeface="DM Sans Light"/>
                <a:sym typeface="DM Sans Light"/>
              </a:defRPr>
            </a:lvl1pPr>
            <a:lvl2pPr lvl="1"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2pPr>
            <a:lvl3pPr lvl="2"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3pPr>
            <a:lvl4pPr lvl="3"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4pPr>
            <a:lvl5pPr lvl="4"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5pPr>
            <a:lvl6pPr lvl="5"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6pPr>
            <a:lvl7pPr lvl="6"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7pPr>
            <a:lvl8pPr lvl="7"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8pPr>
            <a:lvl9pPr lvl="8" algn="ctr">
              <a:spcBef>
                <a:spcPts val="0"/>
              </a:spcBef>
              <a:spcAft>
                <a:spcPts val="0"/>
              </a:spcAft>
              <a:buClr>
                <a:schemeClr val="dk1"/>
              </a:buClr>
              <a:buSzPts val="900"/>
              <a:buFont typeface="DM Sans Light"/>
              <a:buNone/>
              <a:defRPr sz="900">
                <a:solidFill>
                  <a:schemeClr val="dk1"/>
                </a:solidFill>
                <a:latin typeface="DM Sans Light"/>
                <a:ea typeface="DM Sans Light"/>
                <a:cs typeface="DM Sans Light"/>
                <a:sym typeface="DM Sans Light"/>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am - Eight members">
  <p:cSld name="CUSTOM_6">
    <p:spTree>
      <p:nvGrpSpPr>
        <p:cNvPr id="345" name="Shape 345"/>
        <p:cNvGrpSpPr/>
        <p:nvPr/>
      </p:nvGrpSpPr>
      <p:grpSpPr>
        <a:xfrm>
          <a:off x="0" y="0"/>
          <a:ext cx="0" cy="0"/>
          <a:chOff x="0" y="0"/>
          <a:chExt cx="0" cy="0"/>
        </a:xfrm>
      </p:grpSpPr>
      <p:sp>
        <p:nvSpPr>
          <p:cNvPr id="346" name="Google Shape;346;p42"/>
          <p:cNvSpPr txBox="1"/>
          <p:nvPr>
            <p:ph idx="1" type="subTitle"/>
          </p:nvPr>
        </p:nvSpPr>
        <p:spPr>
          <a:xfrm>
            <a:off x="6750600" y="1283963"/>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47" name="Google Shape;347;p42"/>
          <p:cNvSpPr txBox="1"/>
          <p:nvPr>
            <p:ph idx="2" type="subTitle"/>
          </p:nvPr>
        </p:nvSpPr>
        <p:spPr>
          <a:xfrm>
            <a:off x="6750600" y="1054750"/>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48" name="Google Shape;348;p42"/>
          <p:cNvSpPr txBox="1"/>
          <p:nvPr>
            <p:ph idx="3" type="subTitle"/>
          </p:nvPr>
        </p:nvSpPr>
        <p:spPr>
          <a:xfrm>
            <a:off x="6750600" y="1427900"/>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49" name="Google Shape;349;p42"/>
          <p:cNvSpPr/>
          <p:nvPr>
            <p:ph idx="4" type="pic"/>
          </p:nvPr>
        </p:nvSpPr>
        <p:spPr>
          <a:xfrm>
            <a:off x="6080709" y="1066100"/>
            <a:ext cx="530400" cy="530400"/>
          </a:xfrm>
          <a:prstGeom prst="rect">
            <a:avLst/>
          </a:prstGeom>
          <a:noFill/>
          <a:ln>
            <a:noFill/>
          </a:ln>
        </p:spPr>
      </p:sp>
      <p:sp>
        <p:nvSpPr>
          <p:cNvPr id="350" name="Google Shape;350;p42"/>
          <p:cNvSpPr txBox="1"/>
          <p:nvPr>
            <p:ph idx="5" type="subTitle"/>
          </p:nvPr>
        </p:nvSpPr>
        <p:spPr>
          <a:xfrm>
            <a:off x="3824550" y="1283963"/>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51" name="Google Shape;351;p42"/>
          <p:cNvSpPr txBox="1"/>
          <p:nvPr>
            <p:ph idx="6" type="subTitle"/>
          </p:nvPr>
        </p:nvSpPr>
        <p:spPr>
          <a:xfrm>
            <a:off x="3824550" y="1054750"/>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52" name="Google Shape;352;p42"/>
          <p:cNvSpPr txBox="1"/>
          <p:nvPr>
            <p:ph idx="7" type="subTitle"/>
          </p:nvPr>
        </p:nvSpPr>
        <p:spPr>
          <a:xfrm>
            <a:off x="3824550" y="1427900"/>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53" name="Google Shape;353;p42"/>
          <p:cNvSpPr/>
          <p:nvPr>
            <p:ph idx="8" type="pic"/>
          </p:nvPr>
        </p:nvSpPr>
        <p:spPr>
          <a:xfrm>
            <a:off x="3154659" y="1066100"/>
            <a:ext cx="530400" cy="530400"/>
          </a:xfrm>
          <a:prstGeom prst="rect">
            <a:avLst/>
          </a:prstGeom>
          <a:noFill/>
          <a:ln>
            <a:noFill/>
          </a:ln>
        </p:spPr>
      </p:sp>
      <p:sp>
        <p:nvSpPr>
          <p:cNvPr id="354" name="Google Shape;354;p42"/>
          <p:cNvSpPr txBox="1"/>
          <p:nvPr>
            <p:ph idx="9" type="subTitle"/>
          </p:nvPr>
        </p:nvSpPr>
        <p:spPr>
          <a:xfrm>
            <a:off x="6750600" y="2193728"/>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55" name="Google Shape;355;p42"/>
          <p:cNvSpPr txBox="1"/>
          <p:nvPr>
            <p:ph idx="13" type="subTitle"/>
          </p:nvPr>
        </p:nvSpPr>
        <p:spPr>
          <a:xfrm>
            <a:off x="6750600" y="1964514"/>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56" name="Google Shape;356;p42"/>
          <p:cNvSpPr txBox="1"/>
          <p:nvPr>
            <p:ph idx="14" type="subTitle"/>
          </p:nvPr>
        </p:nvSpPr>
        <p:spPr>
          <a:xfrm>
            <a:off x="6750600" y="2337664"/>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57" name="Google Shape;357;p42"/>
          <p:cNvSpPr/>
          <p:nvPr>
            <p:ph idx="15" type="pic"/>
          </p:nvPr>
        </p:nvSpPr>
        <p:spPr>
          <a:xfrm>
            <a:off x="6080709" y="1975864"/>
            <a:ext cx="530400" cy="530400"/>
          </a:xfrm>
          <a:prstGeom prst="rect">
            <a:avLst/>
          </a:prstGeom>
          <a:noFill/>
          <a:ln>
            <a:noFill/>
          </a:ln>
        </p:spPr>
      </p:sp>
      <p:sp>
        <p:nvSpPr>
          <p:cNvPr id="358" name="Google Shape;358;p42"/>
          <p:cNvSpPr txBox="1"/>
          <p:nvPr>
            <p:ph idx="16" type="subTitle"/>
          </p:nvPr>
        </p:nvSpPr>
        <p:spPr>
          <a:xfrm>
            <a:off x="3824550" y="2193728"/>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59" name="Google Shape;359;p42"/>
          <p:cNvSpPr txBox="1"/>
          <p:nvPr>
            <p:ph idx="17" type="subTitle"/>
          </p:nvPr>
        </p:nvSpPr>
        <p:spPr>
          <a:xfrm>
            <a:off x="3824550" y="1964514"/>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60" name="Google Shape;360;p42"/>
          <p:cNvSpPr txBox="1"/>
          <p:nvPr>
            <p:ph idx="18" type="subTitle"/>
          </p:nvPr>
        </p:nvSpPr>
        <p:spPr>
          <a:xfrm>
            <a:off x="3824550" y="2337664"/>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61" name="Google Shape;361;p42"/>
          <p:cNvSpPr/>
          <p:nvPr>
            <p:ph idx="19" type="pic"/>
          </p:nvPr>
        </p:nvSpPr>
        <p:spPr>
          <a:xfrm>
            <a:off x="3154659" y="1975864"/>
            <a:ext cx="530400" cy="530400"/>
          </a:xfrm>
          <a:prstGeom prst="rect">
            <a:avLst/>
          </a:prstGeom>
          <a:noFill/>
          <a:ln>
            <a:noFill/>
          </a:ln>
        </p:spPr>
      </p:sp>
      <p:sp>
        <p:nvSpPr>
          <p:cNvPr id="362" name="Google Shape;362;p42"/>
          <p:cNvSpPr txBox="1"/>
          <p:nvPr>
            <p:ph idx="20" type="subTitle"/>
          </p:nvPr>
        </p:nvSpPr>
        <p:spPr>
          <a:xfrm>
            <a:off x="6750600" y="3101715"/>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63" name="Google Shape;363;p42"/>
          <p:cNvSpPr txBox="1"/>
          <p:nvPr>
            <p:ph idx="21" type="subTitle"/>
          </p:nvPr>
        </p:nvSpPr>
        <p:spPr>
          <a:xfrm>
            <a:off x="6750600" y="2872502"/>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64" name="Google Shape;364;p42"/>
          <p:cNvSpPr txBox="1"/>
          <p:nvPr>
            <p:ph idx="22" type="subTitle"/>
          </p:nvPr>
        </p:nvSpPr>
        <p:spPr>
          <a:xfrm>
            <a:off x="6750600" y="3245652"/>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65" name="Google Shape;365;p42"/>
          <p:cNvSpPr/>
          <p:nvPr>
            <p:ph idx="23" type="pic"/>
          </p:nvPr>
        </p:nvSpPr>
        <p:spPr>
          <a:xfrm>
            <a:off x="6080709" y="2883852"/>
            <a:ext cx="530400" cy="530400"/>
          </a:xfrm>
          <a:prstGeom prst="rect">
            <a:avLst/>
          </a:prstGeom>
          <a:noFill/>
          <a:ln>
            <a:noFill/>
          </a:ln>
        </p:spPr>
      </p:sp>
      <p:sp>
        <p:nvSpPr>
          <p:cNvPr id="366" name="Google Shape;366;p42"/>
          <p:cNvSpPr txBox="1"/>
          <p:nvPr>
            <p:ph idx="24" type="subTitle"/>
          </p:nvPr>
        </p:nvSpPr>
        <p:spPr>
          <a:xfrm>
            <a:off x="3824550" y="3101715"/>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67" name="Google Shape;367;p42"/>
          <p:cNvSpPr txBox="1"/>
          <p:nvPr>
            <p:ph idx="25" type="subTitle"/>
          </p:nvPr>
        </p:nvSpPr>
        <p:spPr>
          <a:xfrm>
            <a:off x="3824550" y="2872502"/>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68" name="Google Shape;368;p42"/>
          <p:cNvSpPr txBox="1"/>
          <p:nvPr>
            <p:ph idx="26" type="subTitle"/>
          </p:nvPr>
        </p:nvSpPr>
        <p:spPr>
          <a:xfrm>
            <a:off x="3824550" y="3245652"/>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69" name="Google Shape;369;p42"/>
          <p:cNvSpPr/>
          <p:nvPr>
            <p:ph idx="27" type="pic"/>
          </p:nvPr>
        </p:nvSpPr>
        <p:spPr>
          <a:xfrm>
            <a:off x="3154659" y="2883852"/>
            <a:ext cx="530400" cy="530400"/>
          </a:xfrm>
          <a:prstGeom prst="rect">
            <a:avLst/>
          </a:prstGeom>
          <a:noFill/>
          <a:ln>
            <a:noFill/>
          </a:ln>
        </p:spPr>
      </p:sp>
      <p:sp>
        <p:nvSpPr>
          <p:cNvPr id="370" name="Google Shape;370;p42"/>
          <p:cNvSpPr txBox="1"/>
          <p:nvPr>
            <p:ph idx="28" type="subTitle"/>
          </p:nvPr>
        </p:nvSpPr>
        <p:spPr>
          <a:xfrm>
            <a:off x="6750600" y="4022919"/>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71" name="Google Shape;371;p42"/>
          <p:cNvSpPr txBox="1"/>
          <p:nvPr>
            <p:ph idx="29" type="subTitle"/>
          </p:nvPr>
        </p:nvSpPr>
        <p:spPr>
          <a:xfrm>
            <a:off x="6750600" y="3793706"/>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72" name="Google Shape;372;p42"/>
          <p:cNvSpPr txBox="1"/>
          <p:nvPr>
            <p:ph idx="30" type="subTitle"/>
          </p:nvPr>
        </p:nvSpPr>
        <p:spPr>
          <a:xfrm>
            <a:off x="6750600" y="4166856"/>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73" name="Google Shape;373;p42"/>
          <p:cNvSpPr/>
          <p:nvPr>
            <p:ph idx="31" type="pic"/>
          </p:nvPr>
        </p:nvSpPr>
        <p:spPr>
          <a:xfrm>
            <a:off x="6080709" y="3805056"/>
            <a:ext cx="530400" cy="530400"/>
          </a:xfrm>
          <a:prstGeom prst="rect">
            <a:avLst/>
          </a:prstGeom>
          <a:noFill/>
          <a:ln>
            <a:noFill/>
          </a:ln>
        </p:spPr>
      </p:sp>
      <p:sp>
        <p:nvSpPr>
          <p:cNvPr id="374" name="Google Shape;374;p42"/>
          <p:cNvSpPr txBox="1"/>
          <p:nvPr>
            <p:ph idx="32" type="subTitle"/>
          </p:nvPr>
        </p:nvSpPr>
        <p:spPr>
          <a:xfrm>
            <a:off x="3824550" y="4022919"/>
            <a:ext cx="2026200" cy="187800"/>
          </a:xfrm>
          <a:prstGeom prst="rect">
            <a:avLst/>
          </a:prstGeom>
        </p:spPr>
        <p:txBody>
          <a:bodyPr anchorCtr="0" anchor="ctr" bIns="0" lIns="0" spcFirstLastPara="1" rIns="0" wrap="square" tIns="0">
            <a:noAutofit/>
          </a:bodyPr>
          <a:lstStyle>
            <a:lvl1pPr lvl="0">
              <a:spcBef>
                <a:spcPts val="0"/>
              </a:spcBef>
              <a:spcAft>
                <a:spcPts val="0"/>
              </a:spcAft>
              <a:buSzPts val="1000"/>
              <a:buNone/>
              <a:defRPr sz="1000"/>
            </a:lvl1pPr>
            <a:lvl2pPr lvl="1">
              <a:spcBef>
                <a:spcPts val="0"/>
              </a:spcBef>
              <a:spcAft>
                <a:spcPts val="0"/>
              </a:spcAft>
              <a:buSzPts val="1000"/>
              <a:buNone/>
              <a:defRPr sz="1000"/>
            </a:lvl2pPr>
            <a:lvl3pPr lvl="2">
              <a:spcBef>
                <a:spcPts val="0"/>
              </a:spcBef>
              <a:spcAft>
                <a:spcPts val="0"/>
              </a:spcAft>
              <a:buSzPts val="1000"/>
              <a:buNone/>
              <a:defRPr sz="1000"/>
            </a:lvl3pPr>
            <a:lvl4pPr lvl="3">
              <a:spcBef>
                <a:spcPts val="0"/>
              </a:spcBef>
              <a:spcAft>
                <a:spcPts val="0"/>
              </a:spcAft>
              <a:buSzPts val="1000"/>
              <a:buNone/>
              <a:defRPr sz="1000"/>
            </a:lvl4pPr>
            <a:lvl5pPr lvl="4">
              <a:spcBef>
                <a:spcPts val="0"/>
              </a:spcBef>
              <a:spcAft>
                <a:spcPts val="0"/>
              </a:spcAft>
              <a:buSzPts val="1000"/>
              <a:buNone/>
              <a:defRPr sz="1000"/>
            </a:lvl5pPr>
            <a:lvl6pPr lvl="5">
              <a:spcBef>
                <a:spcPts val="0"/>
              </a:spcBef>
              <a:spcAft>
                <a:spcPts val="0"/>
              </a:spcAft>
              <a:buSzPts val="1000"/>
              <a:buNone/>
              <a:defRPr sz="1000"/>
            </a:lvl6pPr>
            <a:lvl7pPr lvl="6">
              <a:spcBef>
                <a:spcPts val="0"/>
              </a:spcBef>
              <a:spcAft>
                <a:spcPts val="0"/>
              </a:spcAft>
              <a:buSzPts val="1000"/>
              <a:buNone/>
              <a:defRPr sz="1000"/>
            </a:lvl7pPr>
            <a:lvl8pPr lvl="7">
              <a:spcBef>
                <a:spcPts val="0"/>
              </a:spcBef>
              <a:spcAft>
                <a:spcPts val="0"/>
              </a:spcAft>
              <a:buSzPts val="1000"/>
              <a:buNone/>
              <a:defRPr sz="1000"/>
            </a:lvl8pPr>
            <a:lvl9pPr lvl="8">
              <a:spcBef>
                <a:spcPts val="0"/>
              </a:spcBef>
              <a:spcAft>
                <a:spcPts val="0"/>
              </a:spcAft>
              <a:buSzPts val="1000"/>
              <a:buNone/>
              <a:defRPr sz="1000"/>
            </a:lvl9pPr>
          </a:lstStyle>
          <a:p/>
        </p:txBody>
      </p:sp>
      <p:sp>
        <p:nvSpPr>
          <p:cNvPr id="375" name="Google Shape;375;p42"/>
          <p:cNvSpPr txBox="1"/>
          <p:nvPr>
            <p:ph idx="33" type="subTitle"/>
          </p:nvPr>
        </p:nvSpPr>
        <p:spPr>
          <a:xfrm>
            <a:off x="3824550" y="3793706"/>
            <a:ext cx="2026200" cy="219600"/>
          </a:xfrm>
          <a:prstGeom prst="rect">
            <a:avLst/>
          </a:prstGeom>
        </p:spPr>
        <p:txBody>
          <a:bodyPr anchorCtr="0" anchor="ctr" bIns="0" lIns="0" spcFirstLastPara="1" rIns="0" wrap="square" tIns="0">
            <a:noAutofit/>
          </a:bodyPr>
          <a:lstStyle>
            <a:lvl1pPr lvl="0">
              <a:spcBef>
                <a:spcPts val="0"/>
              </a:spcBef>
              <a:spcAft>
                <a:spcPts val="0"/>
              </a:spcAft>
              <a:buSzPts val="1400"/>
              <a:buNone/>
              <a:defRPr/>
            </a:lvl1pPr>
            <a:lvl2pPr lvl="1">
              <a:spcBef>
                <a:spcPts val="0"/>
              </a:spcBef>
              <a:spcAft>
                <a:spcPts val="0"/>
              </a:spcAft>
              <a:buSzPts val="800"/>
              <a:buNone/>
              <a:defRPr sz="800"/>
            </a:lvl2pPr>
            <a:lvl3pPr lvl="2">
              <a:spcBef>
                <a:spcPts val="0"/>
              </a:spcBef>
              <a:spcAft>
                <a:spcPts val="0"/>
              </a:spcAft>
              <a:buSzPts val="800"/>
              <a:buNone/>
              <a:defRPr sz="800"/>
            </a:lvl3pPr>
            <a:lvl4pPr lvl="3">
              <a:spcBef>
                <a:spcPts val="0"/>
              </a:spcBef>
              <a:spcAft>
                <a:spcPts val="0"/>
              </a:spcAft>
              <a:buSzPts val="800"/>
              <a:buNone/>
              <a:defRPr sz="800"/>
            </a:lvl4pPr>
            <a:lvl5pPr lvl="4">
              <a:spcBef>
                <a:spcPts val="0"/>
              </a:spcBef>
              <a:spcAft>
                <a:spcPts val="0"/>
              </a:spcAft>
              <a:buSzPts val="800"/>
              <a:buNone/>
              <a:defRPr sz="800"/>
            </a:lvl5pPr>
            <a:lvl6pPr lvl="5">
              <a:spcBef>
                <a:spcPts val="0"/>
              </a:spcBef>
              <a:spcAft>
                <a:spcPts val="0"/>
              </a:spcAft>
              <a:buSzPts val="800"/>
              <a:buNone/>
              <a:defRPr sz="800"/>
            </a:lvl6pPr>
            <a:lvl7pPr lvl="6">
              <a:spcBef>
                <a:spcPts val="0"/>
              </a:spcBef>
              <a:spcAft>
                <a:spcPts val="0"/>
              </a:spcAft>
              <a:buSzPts val="800"/>
              <a:buNone/>
              <a:defRPr sz="800"/>
            </a:lvl7pPr>
            <a:lvl8pPr lvl="7">
              <a:spcBef>
                <a:spcPts val="0"/>
              </a:spcBef>
              <a:spcAft>
                <a:spcPts val="0"/>
              </a:spcAft>
              <a:buSzPts val="800"/>
              <a:buNone/>
              <a:defRPr sz="800"/>
            </a:lvl8pPr>
            <a:lvl9pPr lvl="8">
              <a:spcBef>
                <a:spcPts val="0"/>
              </a:spcBef>
              <a:spcAft>
                <a:spcPts val="0"/>
              </a:spcAft>
              <a:buSzPts val="800"/>
              <a:buNone/>
              <a:defRPr sz="800"/>
            </a:lvl9pPr>
          </a:lstStyle>
          <a:p/>
        </p:txBody>
      </p:sp>
      <p:sp>
        <p:nvSpPr>
          <p:cNvPr id="376" name="Google Shape;376;p42"/>
          <p:cNvSpPr txBox="1"/>
          <p:nvPr>
            <p:ph idx="34" type="subTitle"/>
          </p:nvPr>
        </p:nvSpPr>
        <p:spPr>
          <a:xfrm>
            <a:off x="3824550" y="4166856"/>
            <a:ext cx="2026200" cy="219600"/>
          </a:xfrm>
          <a:prstGeom prst="rect">
            <a:avLst/>
          </a:prstGeom>
        </p:spPr>
        <p:txBody>
          <a:bodyPr anchorCtr="0" anchor="ctr" bIns="0" lIns="0" spcFirstLastPara="1" rIns="0" wrap="square" tIns="0">
            <a:noAutofit/>
          </a:bodyPr>
          <a:lstStyle>
            <a:lvl1pPr lvl="0">
              <a:spcBef>
                <a:spcPts val="0"/>
              </a:spcBef>
              <a:spcAft>
                <a:spcPts val="0"/>
              </a:spcAft>
              <a:buSzPts val="900"/>
              <a:buFont typeface="DM Sans Light"/>
              <a:buNone/>
              <a:defRPr sz="900">
                <a:latin typeface="DM Sans Light"/>
                <a:ea typeface="DM Sans Light"/>
                <a:cs typeface="DM Sans Light"/>
                <a:sym typeface="DM Sans Light"/>
              </a:defRPr>
            </a:lvl1pPr>
            <a:lvl2pPr lvl="1">
              <a:spcBef>
                <a:spcPts val="0"/>
              </a:spcBef>
              <a:spcAft>
                <a:spcPts val="0"/>
              </a:spcAft>
              <a:buSzPts val="900"/>
              <a:buFont typeface="DM Sans Light"/>
              <a:buNone/>
              <a:defRPr sz="900">
                <a:latin typeface="DM Sans Light"/>
                <a:ea typeface="DM Sans Light"/>
                <a:cs typeface="DM Sans Light"/>
                <a:sym typeface="DM Sans Light"/>
              </a:defRPr>
            </a:lvl2pPr>
            <a:lvl3pPr lvl="2">
              <a:spcBef>
                <a:spcPts val="0"/>
              </a:spcBef>
              <a:spcAft>
                <a:spcPts val="0"/>
              </a:spcAft>
              <a:buSzPts val="900"/>
              <a:buFont typeface="DM Sans Light"/>
              <a:buNone/>
              <a:defRPr sz="900">
                <a:latin typeface="DM Sans Light"/>
                <a:ea typeface="DM Sans Light"/>
                <a:cs typeface="DM Sans Light"/>
                <a:sym typeface="DM Sans Light"/>
              </a:defRPr>
            </a:lvl3pPr>
            <a:lvl4pPr lvl="3">
              <a:spcBef>
                <a:spcPts val="0"/>
              </a:spcBef>
              <a:spcAft>
                <a:spcPts val="0"/>
              </a:spcAft>
              <a:buSzPts val="900"/>
              <a:buFont typeface="DM Sans Light"/>
              <a:buNone/>
              <a:defRPr sz="900">
                <a:latin typeface="DM Sans Light"/>
                <a:ea typeface="DM Sans Light"/>
                <a:cs typeface="DM Sans Light"/>
                <a:sym typeface="DM Sans Light"/>
              </a:defRPr>
            </a:lvl4pPr>
            <a:lvl5pPr lvl="4">
              <a:spcBef>
                <a:spcPts val="0"/>
              </a:spcBef>
              <a:spcAft>
                <a:spcPts val="0"/>
              </a:spcAft>
              <a:buSzPts val="900"/>
              <a:buFont typeface="DM Sans Light"/>
              <a:buNone/>
              <a:defRPr sz="900">
                <a:latin typeface="DM Sans Light"/>
                <a:ea typeface="DM Sans Light"/>
                <a:cs typeface="DM Sans Light"/>
                <a:sym typeface="DM Sans Light"/>
              </a:defRPr>
            </a:lvl5pPr>
            <a:lvl6pPr lvl="5">
              <a:spcBef>
                <a:spcPts val="0"/>
              </a:spcBef>
              <a:spcAft>
                <a:spcPts val="0"/>
              </a:spcAft>
              <a:buSzPts val="900"/>
              <a:buFont typeface="DM Sans Light"/>
              <a:buNone/>
              <a:defRPr sz="900">
                <a:latin typeface="DM Sans Light"/>
                <a:ea typeface="DM Sans Light"/>
                <a:cs typeface="DM Sans Light"/>
                <a:sym typeface="DM Sans Light"/>
              </a:defRPr>
            </a:lvl6pPr>
            <a:lvl7pPr lvl="6">
              <a:spcBef>
                <a:spcPts val="0"/>
              </a:spcBef>
              <a:spcAft>
                <a:spcPts val="0"/>
              </a:spcAft>
              <a:buSzPts val="900"/>
              <a:buFont typeface="DM Sans Light"/>
              <a:buNone/>
              <a:defRPr sz="900">
                <a:latin typeface="DM Sans Light"/>
                <a:ea typeface="DM Sans Light"/>
                <a:cs typeface="DM Sans Light"/>
                <a:sym typeface="DM Sans Light"/>
              </a:defRPr>
            </a:lvl7pPr>
            <a:lvl8pPr lvl="7">
              <a:spcBef>
                <a:spcPts val="0"/>
              </a:spcBef>
              <a:spcAft>
                <a:spcPts val="0"/>
              </a:spcAft>
              <a:buSzPts val="900"/>
              <a:buFont typeface="DM Sans Light"/>
              <a:buNone/>
              <a:defRPr sz="900">
                <a:latin typeface="DM Sans Light"/>
                <a:ea typeface="DM Sans Light"/>
                <a:cs typeface="DM Sans Light"/>
                <a:sym typeface="DM Sans Light"/>
              </a:defRPr>
            </a:lvl8pPr>
            <a:lvl9pPr lvl="8">
              <a:spcBef>
                <a:spcPts val="0"/>
              </a:spcBef>
              <a:spcAft>
                <a:spcPts val="0"/>
              </a:spcAft>
              <a:buSzPts val="900"/>
              <a:buFont typeface="DM Sans Light"/>
              <a:buNone/>
              <a:defRPr sz="900">
                <a:latin typeface="DM Sans Light"/>
                <a:ea typeface="DM Sans Light"/>
                <a:cs typeface="DM Sans Light"/>
                <a:sym typeface="DM Sans Light"/>
              </a:defRPr>
            </a:lvl9pPr>
          </a:lstStyle>
          <a:p/>
        </p:txBody>
      </p:sp>
      <p:sp>
        <p:nvSpPr>
          <p:cNvPr id="377" name="Google Shape;377;p42"/>
          <p:cNvSpPr/>
          <p:nvPr>
            <p:ph idx="35" type="pic"/>
          </p:nvPr>
        </p:nvSpPr>
        <p:spPr>
          <a:xfrm>
            <a:off x="3154659" y="3805056"/>
            <a:ext cx="530400" cy="530400"/>
          </a:xfrm>
          <a:prstGeom prst="rect">
            <a:avLst/>
          </a:prstGeom>
          <a:noFill/>
          <a:ln>
            <a:noFill/>
          </a:ln>
        </p:spPr>
      </p:sp>
      <p:sp>
        <p:nvSpPr>
          <p:cNvPr id="378" name="Google Shape;378;p42"/>
          <p:cNvSpPr txBox="1"/>
          <p:nvPr>
            <p:ph type="title"/>
          </p:nvPr>
        </p:nvSpPr>
        <p:spPr>
          <a:xfrm>
            <a:off x="361975" y="962100"/>
            <a:ext cx="2450700" cy="587700"/>
          </a:xfrm>
          <a:prstGeom prst="rect">
            <a:avLst/>
          </a:prstGeom>
        </p:spPr>
        <p:txBody>
          <a:bodyPr anchorCtr="0" anchor="t" bIns="0" lIns="0" spcFirstLastPara="1" rIns="0" wrap="square" tIns="0">
            <a:spAutoFit/>
          </a:bodyPr>
          <a:lstStyle>
            <a:lvl1pPr lvl="0">
              <a:lnSpc>
                <a:spcPct val="90000"/>
              </a:lnSpc>
              <a:spcBef>
                <a:spcPts val="0"/>
              </a:spcBef>
              <a:spcAft>
                <a:spcPts val="0"/>
              </a:spcAft>
              <a:buNone/>
              <a:defRPr sz="3600"/>
            </a:lvl1pPr>
            <a:lvl2pPr lvl="1">
              <a:lnSpc>
                <a:spcPct val="90000"/>
              </a:lnSpc>
              <a:spcBef>
                <a:spcPts val="0"/>
              </a:spcBef>
              <a:spcAft>
                <a:spcPts val="0"/>
              </a:spcAft>
              <a:buNone/>
              <a:defRPr sz="3600"/>
            </a:lvl2pPr>
            <a:lvl3pPr lvl="2">
              <a:lnSpc>
                <a:spcPct val="90000"/>
              </a:lnSpc>
              <a:spcBef>
                <a:spcPts val="0"/>
              </a:spcBef>
              <a:spcAft>
                <a:spcPts val="0"/>
              </a:spcAft>
              <a:buNone/>
              <a:defRPr sz="3600"/>
            </a:lvl3pPr>
            <a:lvl4pPr lvl="3">
              <a:lnSpc>
                <a:spcPct val="90000"/>
              </a:lnSpc>
              <a:spcBef>
                <a:spcPts val="0"/>
              </a:spcBef>
              <a:spcAft>
                <a:spcPts val="0"/>
              </a:spcAft>
              <a:buNone/>
              <a:defRPr sz="3600"/>
            </a:lvl4pPr>
            <a:lvl5pPr lvl="4">
              <a:lnSpc>
                <a:spcPct val="90000"/>
              </a:lnSpc>
              <a:spcBef>
                <a:spcPts val="0"/>
              </a:spcBef>
              <a:spcAft>
                <a:spcPts val="0"/>
              </a:spcAft>
              <a:buNone/>
              <a:defRPr sz="3600"/>
            </a:lvl5pPr>
            <a:lvl6pPr lvl="5">
              <a:lnSpc>
                <a:spcPct val="90000"/>
              </a:lnSpc>
              <a:spcBef>
                <a:spcPts val="0"/>
              </a:spcBef>
              <a:spcAft>
                <a:spcPts val="0"/>
              </a:spcAft>
              <a:buNone/>
              <a:defRPr sz="3600"/>
            </a:lvl6pPr>
            <a:lvl7pPr lvl="6">
              <a:lnSpc>
                <a:spcPct val="90000"/>
              </a:lnSpc>
              <a:spcBef>
                <a:spcPts val="0"/>
              </a:spcBef>
              <a:spcAft>
                <a:spcPts val="0"/>
              </a:spcAft>
              <a:buNone/>
              <a:defRPr sz="3600"/>
            </a:lvl7pPr>
            <a:lvl8pPr lvl="7">
              <a:lnSpc>
                <a:spcPct val="90000"/>
              </a:lnSpc>
              <a:spcBef>
                <a:spcPts val="0"/>
              </a:spcBef>
              <a:spcAft>
                <a:spcPts val="0"/>
              </a:spcAft>
              <a:buNone/>
              <a:defRPr sz="3600"/>
            </a:lvl8pPr>
            <a:lvl9pPr lvl="8">
              <a:lnSpc>
                <a:spcPct val="90000"/>
              </a:lnSpc>
              <a:spcBef>
                <a:spcPts val="0"/>
              </a:spcBef>
              <a:spcAft>
                <a:spcPts val="0"/>
              </a:spcAft>
              <a:buNone/>
              <a:defRPr sz="3600"/>
            </a:lvl9pPr>
          </a:lstStyle>
          <a:p/>
        </p:txBody>
      </p:sp>
      <p:sp>
        <p:nvSpPr>
          <p:cNvPr id="379" name="Google Shape;379;p42"/>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380" name="Google Shape;380;p42"/>
          <p:cNvSpPr txBox="1"/>
          <p:nvPr>
            <p:ph idx="36"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potlight - Alt 2">
  <p:cSld name="CUSTOM_7_1">
    <p:bg>
      <p:bgPr>
        <a:solidFill>
          <a:schemeClr val="accent2"/>
        </a:solidFill>
      </p:bgPr>
    </p:bg>
    <p:spTree>
      <p:nvGrpSpPr>
        <p:cNvPr id="381" name="Shape 381"/>
        <p:cNvGrpSpPr/>
        <p:nvPr/>
      </p:nvGrpSpPr>
      <p:grpSpPr>
        <a:xfrm>
          <a:off x="0" y="0"/>
          <a:ext cx="0" cy="0"/>
          <a:chOff x="0" y="0"/>
          <a:chExt cx="0" cy="0"/>
        </a:xfrm>
      </p:grpSpPr>
      <p:sp>
        <p:nvSpPr>
          <p:cNvPr id="382" name="Google Shape;382;p43"/>
          <p:cNvSpPr/>
          <p:nvPr/>
        </p:nvSpPr>
        <p:spPr>
          <a:xfrm>
            <a:off x="0" y="0"/>
            <a:ext cx="4567500" cy="51435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DM Sans"/>
              <a:ea typeface="DM Sans"/>
              <a:cs typeface="DM Sans"/>
              <a:sym typeface="DM Sans"/>
            </a:endParaRPr>
          </a:p>
        </p:txBody>
      </p:sp>
      <p:sp>
        <p:nvSpPr>
          <p:cNvPr id="383" name="Google Shape;383;p43"/>
          <p:cNvSpPr txBox="1"/>
          <p:nvPr>
            <p:ph type="title"/>
          </p:nvPr>
        </p:nvSpPr>
        <p:spPr>
          <a:xfrm>
            <a:off x="4975925" y="989088"/>
            <a:ext cx="3783600" cy="587700"/>
          </a:xfrm>
          <a:prstGeom prst="rect">
            <a:avLst/>
          </a:prstGeom>
        </p:spPr>
        <p:txBody>
          <a:bodyPr anchorCtr="0" anchor="t" bIns="0" lIns="0" spcFirstLastPara="1" rIns="0" wrap="square" tIns="0">
            <a:noAutofit/>
          </a:bodyPr>
          <a:lstStyle>
            <a:lvl1pPr lvl="0">
              <a:lnSpc>
                <a:spcPct val="90000"/>
              </a:lnSpc>
              <a:spcBef>
                <a:spcPts val="0"/>
              </a:spcBef>
              <a:spcAft>
                <a:spcPts val="0"/>
              </a:spcAft>
              <a:buNone/>
              <a:defRPr sz="3600"/>
            </a:lvl1pPr>
            <a:lvl2pPr lvl="1">
              <a:lnSpc>
                <a:spcPct val="90000"/>
              </a:lnSpc>
              <a:spcBef>
                <a:spcPts val="0"/>
              </a:spcBef>
              <a:spcAft>
                <a:spcPts val="0"/>
              </a:spcAft>
              <a:buNone/>
              <a:defRPr sz="3600"/>
            </a:lvl2pPr>
            <a:lvl3pPr lvl="2">
              <a:lnSpc>
                <a:spcPct val="90000"/>
              </a:lnSpc>
              <a:spcBef>
                <a:spcPts val="0"/>
              </a:spcBef>
              <a:spcAft>
                <a:spcPts val="0"/>
              </a:spcAft>
              <a:buNone/>
              <a:defRPr sz="3600"/>
            </a:lvl3pPr>
            <a:lvl4pPr lvl="3">
              <a:lnSpc>
                <a:spcPct val="90000"/>
              </a:lnSpc>
              <a:spcBef>
                <a:spcPts val="0"/>
              </a:spcBef>
              <a:spcAft>
                <a:spcPts val="0"/>
              </a:spcAft>
              <a:buNone/>
              <a:defRPr sz="3600"/>
            </a:lvl4pPr>
            <a:lvl5pPr lvl="4">
              <a:lnSpc>
                <a:spcPct val="90000"/>
              </a:lnSpc>
              <a:spcBef>
                <a:spcPts val="0"/>
              </a:spcBef>
              <a:spcAft>
                <a:spcPts val="0"/>
              </a:spcAft>
              <a:buNone/>
              <a:defRPr sz="3600"/>
            </a:lvl5pPr>
            <a:lvl6pPr lvl="5">
              <a:lnSpc>
                <a:spcPct val="90000"/>
              </a:lnSpc>
              <a:spcBef>
                <a:spcPts val="0"/>
              </a:spcBef>
              <a:spcAft>
                <a:spcPts val="0"/>
              </a:spcAft>
              <a:buNone/>
              <a:defRPr sz="3600"/>
            </a:lvl6pPr>
            <a:lvl7pPr lvl="6">
              <a:lnSpc>
                <a:spcPct val="90000"/>
              </a:lnSpc>
              <a:spcBef>
                <a:spcPts val="0"/>
              </a:spcBef>
              <a:spcAft>
                <a:spcPts val="0"/>
              </a:spcAft>
              <a:buNone/>
              <a:defRPr sz="3600"/>
            </a:lvl7pPr>
            <a:lvl8pPr lvl="7">
              <a:lnSpc>
                <a:spcPct val="90000"/>
              </a:lnSpc>
              <a:spcBef>
                <a:spcPts val="0"/>
              </a:spcBef>
              <a:spcAft>
                <a:spcPts val="0"/>
              </a:spcAft>
              <a:buNone/>
              <a:defRPr sz="3600"/>
            </a:lvl8pPr>
            <a:lvl9pPr lvl="8">
              <a:lnSpc>
                <a:spcPct val="90000"/>
              </a:lnSpc>
              <a:spcBef>
                <a:spcPts val="0"/>
              </a:spcBef>
              <a:spcAft>
                <a:spcPts val="0"/>
              </a:spcAft>
              <a:buNone/>
              <a:defRPr sz="3600"/>
            </a:lvl9pPr>
          </a:lstStyle>
          <a:p/>
        </p:txBody>
      </p:sp>
      <p:sp>
        <p:nvSpPr>
          <p:cNvPr id="384" name="Google Shape;384;p43"/>
          <p:cNvSpPr/>
          <p:nvPr>
            <p:ph idx="2" type="pic"/>
          </p:nvPr>
        </p:nvSpPr>
        <p:spPr>
          <a:xfrm flipH="1">
            <a:off x="953803" y="1066100"/>
            <a:ext cx="2664300" cy="3002700"/>
          </a:xfrm>
          <a:prstGeom prst="rect">
            <a:avLst/>
          </a:prstGeom>
          <a:noFill/>
          <a:ln>
            <a:noFill/>
          </a:ln>
        </p:spPr>
      </p:sp>
      <p:sp>
        <p:nvSpPr>
          <p:cNvPr id="385" name="Google Shape;385;p43"/>
          <p:cNvSpPr txBox="1"/>
          <p:nvPr>
            <p:ph idx="1" type="body"/>
          </p:nvPr>
        </p:nvSpPr>
        <p:spPr>
          <a:xfrm>
            <a:off x="4975925" y="4125662"/>
            <a:ext cx="3783600" cy="461700"/>
          </a:xfrm>
          <a:prstGeom prst="rect">
            <a:avLst/>
          </a:prstGeom>
          <a:noFill/>
        </p:spPr>
        <p:txBody>
          <a:bodyPr anchorCtr="0" anchor="b" bIns="0" lIns="0" spcFirstLastPara="1" rIns="0" wrap="square" tIns="0">
            <a:noAutofit/>
          </a:bodyPr>
          <a:lstStyle>
            <a:lvl1pPr indent="-292100" lvl="0" marL="457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1pPr>
            <a:lvl2pPr indent="-292100" lvl="1" marL="914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2pPr>
            <a:lvl3pPr indent="-292100" lvl="2" marL="1371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3pPr>
            <a:lvl4pPr indent="-292100" lvl="3" marL="1828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4pPr>
            <a:lvl5pPr indent="-292100" lvl="4" marL="22860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5pPr>
            <a:lvl6pPr indent="-292100" lvl="5" marL="27432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6pPr>
            <a:lvl7pPr indent="-292100" lvl="6" marL="32004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7pPr>
            <a:lvl8pPr indent="-292100" lvl="7" marL="36576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8pPr>
            <a:lvl9pPr indent="-292100" lvl="8" marL="4114800">
              <a:spcBef>
                <a:spcPts val="0"/>
              </a:spcBef>
              <a:spcAft>
                <a:spcPts val="0"/>
              </a:spcAft>
              <a:buClr>
                <a:schemeClr val="lt1"/>
              </a:buClr>
              <a:buSzPts val="1000"/>
              <a:buFont typeface="DM Sans Light"/>
              <a:buChar char="■"/>
              <a:defRPr sz="1000">
                <a:latin typeface="DM Sans Light"/>
                <a:ea typeface="DM Sans Light"/>
                <a:cs typeface="DM Sans Light"/>
                <a:sym typeface="DM Sans Light"/>
              </a:defRPr>
            </a:lvl9pPr>
          </a:lstStyle>
          <a:p/>
        </p:txBody>
      </p:sp>
      <p:sp>
        <p:nvSpPr>
          <p:cNvPr id="386" name="Google Shape;386;p43"/>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387" name="Google Shape;387;p43"/>
          <p:cNvSpPr txBox="1"/>
          <p:nvPr>
            <p:ph idx="3" type="body"/>
          </p:nvPr>
        </p:nvSpPr>
        <p:spPr>
          <a:xfrm>
            <a:off x="4975925" y="1943891"/>
            <a:ext cx="3783600" cy="1243200"/>
          </a:xfrm>
          <a:prstGeom prst="rect">
            <a:avLst/>
          </a:prstGeom>
          <a:noFill/>
        </p:spPr>
        <p:txBody>
          <a:bodyPr anchorCtr="0" anchor="t" bIns="0" lIns="0" spcFirstLastPara="1" rIns="0" wrap="square" tIns="0">
            <a:noAutofit/>
          </a:bodyPr>
          <a:lstStyle>
            <a:lvl1pPr indent="-330200" lvl="0" marL="457200">
              <a:spcBef>
                <a:spcPts val="0"/>
              </a:spcBef>
              <a:spcAft>
                <a:spcPts val="0"/>
              </a:spcAft>
              <a:buClr>
                <a:schemeClr val="lt1"/>
              </a:buClr>
              <a:buSzPts val="1600"/>
              <a:buFont typeface="Newsreader"/>
              <a:buChar char="●"/>
              <a:defRPr sz="1600">
                <a:latin typeface="Newsreader"/>
                <a:ea typeface="Newsreader"/>
                <a:cs typeface="Newsreader"/>
                <a:sym typeface="Newsreader"/>
              </a:defRPr>
            </a:lvl1pPr>
            <a:lvl2pPr indent="-330200" lvl="1" marL="914400">
              <a:spcBef>
                <a:spcPts val="0"/>
              </a:spcBef>
              <a:spcAft>
                <a:spcPts val="0"/>
              </a:spcAft>
              <a:buClr>
                <a:schemeClr val="lt1"/>
              </a:buClr>
              <a:buSzPts val="1600"/>
              <a:buFont typeface="Newsreader"/>
              <a:buChar char="○"/>
              <a:defRPr sz="1600">
                <a:latin typeface="Newsreader"/>
                <a:ea typeface="Newsreader"/>
                <a:cs typeface="Newsreader"/>
                <a:sym typeface="Newsreader"/>
              </a:defRPr>
            </a:lvl2pPr>
            <a:lvl3pPr indent="-330200" lvl="2" marL="1371600">
              <a:spcBef>
                <a:spcPts val="0"/>
              </a:spcBef>
              <a:spcAft>
                <a:spcPts val="0"/>
              </a:spcAft>
              <a:buClr>
                <a:schemeClr val="lt1"/>
              </a:buClr>
              <a:buSzPts val="1600"/>
              <a:buFont typeface="Newsreader"/>
              <a:buChar char="■"/>
              <a:defRPr sz="1600">
                <a:latin typeface="Newsreader"/>
                <a:ea typeface="Newsreader"/>
                <a:cs typeface="Newsreader"/>
                <a:sym typeface="Newsreader"/>
              </a:defRPr>
            </a:lvl3pPr>
            <a:lvl4pPr indent="-330200" lvl="3" marL="1828800">
              <a:spcBef>
                <a:spcPts val="0"/>
              </a:spcBef>
              <a:spcAft>
                <a:spcPts val="0"/>
              </a:spcAft>
              <a:buClr>
                <a:schemeClr val="lt1"/>
              </a:buClr>
              <a:buSzPts val="1600"/>
              <a:buFont typeface="Newsreader"/>
              <a:buChar char="●"/>
              <a:defRPr sz="1600">
                <a:latin typeface="Newsreader"/>
                <a:ea typeface="Newsreader"/>
                <a:cs typeface="Newsreader"/>
                <a:sym typeface="Newsreader"/>
              </a:defRPr>
            </a:lvl4pPr>
            <a:lvl5pPr indent="-330200" lvl="4" marL="2286000">
              <a:spcBef>
                <a:spcPts val="0"/>
              </a:spcBef>
              <a:spcAft>
                <a:spcPts val="0"/>
              </a:spcAft>
              <a:buClr>
                <a:schemeClr val="lt1"/>
              </a:buClr>
              <a:buSzPts val="1600"/>
              <a:buFont typeface="Newsreader"/>
              <a:buChar char="○"/>
              <a:defRPr sz="1600">
                <a:latin typeface="Newsreader"/>
                <a:ea typeface="Newsreader"/>
                <a:cs typeface="Newsreader"/>
                <a:sym typeface="Newsreader"/>
              </a:defRPr>
            </a:lvl5pPr>
            <a:lvl6pPr indent="-330200" lvl="5" marL="2743200">
              <a:spcBef>
                <a:spcPts val="0"/>
              </a:spcBef>
              <a:spcAft>
                <a:spcPts val="0"/>
              </a:spcAft>
              <a:buClr>
                <a:schemeClr val="lt1"/>
              </a:buClr>
              <a:buSzPts val="1600"/>
              <a:buFont typeface="Newsreader"/>
              <a:buChar char="■"/>
              <a:defRPr sz="1600">
                <a:latin typeface="Newsreader"/>
                <a:ea typeface="Newsreader"/>
                <a:cs typeface="Newsreader"/>
                <a:sym typeface="Newsreader"/>
              </a:defRPr>
            </a:lvl6pPr>
            <a:lvl7pPr indent="-330200" lvl="6" marL="3200400">
              <a:spcBef>
                <a:spcPts val="0"/>
              </a:spcBef>
              <a:spcAft>
                <a:spcPts val="0"/>
              </a:spcAft>
              <a:buClr>
                <a:schemeClr val="lt1"/>
              </a:buClr>
              <a:buSzPts val="1600"/>
              <a:buFont typeface="Newsreader"/>
              <a:buChar char="●"/>
              <a:defRPr sz="1600">
                <a:latin typeface="Newsreader"/>
                <a:ea typeface="Newsreader"/>
                <a:cs typeface="Newsreader"/>
                <a:sym typeface="Newsreader"/>
              </a:defRPr>
            </a:lvl7pPr>
            <a:lvl8pPr indent="-330200" lvl="7" marL="3657600">
              <a:spcBef>
                <a:spcPts val="0"/>
              </a:spcBef>
              <a:spcAft>
                <a:spcPts val="0"/>
              </a:spcAft>
              <a:buClr>
                <a:schemeClr val="lt1"/>
              </a:buClr>
              <a:buSzPts val="1600"/>
              <a:buFont typeface="Newsreader"/>
              <a:buChar char="○"/>
              <a:defRPr sz="1600">
                <a:latin typeface="Newsreader"/>
                <a:ea typeface="Newsreader"/>
                <a:cs typeface="Newsreader"/>
                <a:sym typeface="Newsreader"/>
              </a:defRPr>
            </a:lvl8pPr>
            <a:lvl9pPr indent="-330200" lvl="8" marL="4114800">
              <a:spcBef>
                <a:spcPts val="0"/>
              </a:spcBef>
              <a:spcAft>
                <a:spcPts val="0"/>
              </a:spcAft>
              <a:buClr>
                <a:schemeClr val="lt1"/>
              </a:buClr>
              <a:buSzPts val="1600"/>
              <a:buFont typeface="Newsreader"/>
              <a:buChar char="■"/>
              <a:defRPr sz="1600">
                <a:latin typeface="Newsreader"/>
                <a:ea typeface="Newsreader"/>
                <a:cs typeface="Newsreader"/>
                <a:sym typeface="Newsreader"/>
              </a:defRPr>
            </a:lvl9pPr>
          </a:lstStyle>
          <a:p/>
        </p:txBody>
      </p:sp>
      <p:sp>
        <p:nvSpPr>
          <p:cNvPr id="388" name="Google Shape;388;p43"/>
          <p:cNvSpPr txBox="1"/>
          <p:nvPr>
            <p:ph idx="4" type="subTitle"/>
          </p:nvPr>
        </p:nvSpPr>
        <p:spPr>
          <a:xfrm>
            <a:off x="4975925" y="732775"/>
            <a:ext cx="37836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Font typeface="DM Sans Light"/>
              <a:buNone/>
              <a:defRPr>
                <a:latin typeface="DM Sans Light"/>
                <a:ea typeface="DM Sans Light"/>
                <a:cs typeface="DM Sans Light"/>
                <a:sym typeface="DM Sans Light"/>
              </a:defRPr>
            </a:lvl2pPr>
            <a:lvl3pPr lvl="2">
              <a:spcBef>
                <a:spcPts val="0"/>
              </a:spcBef>
              <a:spcAft>
                <a:spcPts val="0"/>
              </a:spcAft>
              <a:buSzPts val="1400"/>
              <a:buFont typeface="DM Sans Light"/>
              <a:buNone/>
              <a:defRPr>
                <a:latin typeface="DM Sans Light"/>
                <a:ea typeface="DM Sans Light"/>
                <a:cs typeface="DM Sans Light"/>
                <a:sym typeface="DM Sans Light"/>
              </a:defRPr>
            </a:lvl3pPr>
            <a:lvl4pPr lvl="3">
              <a:spcBef>
                <a:spcPts val="0"/>
              </a:spcBef>
              <a:spcAft>
                <a:spcPts val="0"/>
              </a:spcAft>
              <a:buSzPts val="1400"/>
              <a:buFont typeface="DM Sans Light"/>
              <a:buNone/>
              <a:defRPr>
                <a:latin typeface="DM Sans Light"/>
                <a:ea typeface="DM Sans Light"/>
                <a:cs typeface="DM Sans Light"/>
                <a:sym typeface="DM Sans Light"/>
              </a:defRPr>
            </a:lvl4pPr>
            <a:lvl5pPr lvl="4">
              <a:spcBef>
                <a:spcPts val="0"/>
              </a:spcBef>
              <a:spcAft>
                <a:spcPts val="0"/>
              </a:spcAft>
              <a:buSzPts val="1400"/>
              <a:buFont typeface="DM Sans Light"/>
              <a:buNone/>
              <a:defRPr>
                <a:latin typeface="DM Sans Light"/>
                <a:ea typeface="DM Sans Light"/>
                <a:cs typeface="DM Sans Light"/>
                <a:sym typeface="DM Sans Light"/>
              </a:defRPr>
            </a:lvl5pPr>
            <a:lvl6pPr lvl="5">
              <a:spcBef>
                <a:spcPts val="0"/>
              </a:spcBef>
              <a:spcAft>
                <a:spcPts val="0"/>
              </a:spcAft>
              <a:buSzPts val="1400"/>
              <a:buFont typeface="DM Sans Light"/>
              <a:buNone/>
              <a:defRPr>
                <a:latin typeface="DM Sans Light"/>
                <a:ea typeface="DM Sans Light"/>
                <a:cs typeface="DM Sans Light"/>
                <a:sym typeface="DM Sans Light"/>
              </a:defRPr>
            </a:lvl6pPr>
            <a:lvl7pPr lvl="6">
              <a:spcBef>
                <a:spcPts val="0"/>
              </a:spcBef>
              <a:spcAft>
                <a:spcPts val="0"/>
              </a:spcAft>
              <a:buSzPts val="1400"/>
              <a:buFont typeface="DM Sans Light"/>
              <a:buNone/>
              <a:defRPr>
                <a:latin typeface="DM Sans Light"/>
                <a:ea typeface="DM Sans Light"/>
                <a:cs typeface="DM Sans Light"/>
                <a:sym typeface="DM Sans Light"/>
              </a:defRPr>
            </a:lvl7pPr>
            <a:lvl8pPr lvl="7">
              <a:spcBef>
                <a:spcPts val="0"/>
              </a:spcBef>
              <a:spcAft>
                <a:spcPts val="0"/>
              </a:spcAft>
              <a:buSzPts val="1400"/>
              <a:buFont typeface="DM Sans Light"/>
              <a:buNone/>
              <a:defRPr>
                <a:latin typeface="DM Sans Light"/>
                <a:ea typeface="DM Sans Light"/>
                <a:cs typeface="DM Sans Light"/>
                <a:sym typeface="DM Sans Light"/>
              </a:defRPr>
            </a:lvl8pPr>
            <a:lvl9pPr lvl="8">
              <a:spcBef>
                <a:spcPts val="0"/>
              </a:spcBef>
              <a:spcAft>
                <a:spcPts val="0"/>
              </a:spcAft>
              <a:buSzPts val="1400"/>
              <a:buFont typeface="DM Sans Light"/>
              <a:buNone/>
              <a:defRPr>
                <a:latin typeface="DM Sans Light"/>
                <a:ea typeface="DM Sans Light"/>
                <a:cs typeface="DM Sans Light"/>
                <a:sym typeface="DM Sans Light"/>
              </a:defRPr>
            </a:lvl9pPr>
          </a:lstStyle>
          <a:p/>
        </p:txBody>
      </p:sp>
      <p:sp>
        <p:nvSpPr>
          <p:cNvPr id="389" name="Google Shape;389;p43"/>
          <p:cNvSpPr txBox="1"/>
          <p:nvPr>
            <p:ph idx="5" type="subTitle"/>
          </p:nvPr>
        </p:nvSpPr>
        <p:spPr>
          <a:xfrm>
            <a:off x="4975925" y="1647132"/>
            <a:ext cx="3783600" cy="138600"/>
          </a:xfrm>
          <a:prstGeom prst="rect">
            <a:avLst/>
          </a:prstGeom>
        </p:spPr>
        <p:txBody>
          <a:bodyPr anchorCtr="0" anchor="t" bIns="0" lIns="0" spcFirstLastPara="1" rIns="0" wrap="square" tIns="0">
            <a:noAutofit/>
          </a:bodyPr>
          <a:lstStyle>
            <a:lvl1pPr lvl="0">
              <a:spcBef>
                <a:spcPts val="0"/>
              </a:spcBef>
              <a:spcAft>
                <a:spcPts val="0"/>
              </a:spcAft>
              <a:buSzPts val="900"/>
              <a:buNone/>
              <a:defRPr sz="900"/>
            </a:lvl1pPr>
            <a:lvl2pPr lvl="1">
              <a:spcBef>
                <a:spcPts val="0"/>
              </a:spcBef>
              <a:spcAft>
                <a:spcPts val="0"/>
              </a:spcAft>
              <a:buSzPts val="900"/>
              <a:buNone/>
              <a:defRPr sz="900"/>
            </a:lvl2pPr>
            <a:lvl3pPr lvl="2">
              <a:spcBef>
                <a:spcPts val="0"/>
              </a:spcBef>
              <a:spcAft>
                <a:spcPts val="0"/>
              </a:spcAft>
              <a:buSzPts val="900"/>
              <a:buNone/>
              <a:defRPr sz="900"/>
            </a:lvl3pPr>
            <a:lvl4pPr lvl="3">
              <a:spcBef>
                <a:spcPts val="0"/>
              </a:spcBef>
              <a:spcAft>
                <a:spcPts val="0"/>
              </a:spcAft>
              <a:buSzPts val="900"/>
              <a:buNone/>
              <a:defRPr sz="900"/>
            </a:lvl4pPr>
            <a:lvl5pPr lvl="4">
              <a:spcBef>
                <a:spcPts val="0"/>
              </a:spcBef>
              <a:spcAft>
                <a:spcPts val="0"/>
              </a:spcAft>
              <a:buSzPts val="900"/>
              <a:buNone/>
              <a:defRPr sz="900"/>
            </a:lvl5pPr>
            <a:lvl6pPr lvl="5">
              <a:spcBef>
                <a:spcPts val="0"/>
              </a:spcBef>
              <a:spcAft>
                <a:spcPts val="0"/>
              </a:spcAft>
              <a:buSzPts val="900"/>
              <a:buNone/>
              <a:defRPr sz="900"/>
            </a:lvl6pPr>
            <a:lvl7pPr lvl="6">
              <a:spcBef>
                <a:spcPts val="0"/>
              </a:spcBef>
              <a:spcAft>
                <a:spcPts val="0"/>
              </a:spcAft>
              <a:buSzPts val="900"/>
              <a:buNone/>
              <a:defRPr sz="900"/>
            </a:lvl7pPr>
            <a:lvl8pPr lvl="7">
              <a:spcBef>
                <a:spcPts val="0"/>
              </a:spcBef>
              <a:spcAft>
                <a:spcPts val="0"/>
              </a:spcAft>
              <a:buSzPts val="900"/>
              <a:buNone/>
              <a:defRPr sz="900"/>
            </a:lvl8pPr>
            <a:lvl9pPr lvl="8">
              <a:spcBef>
                <a:spcPts val="0"/>
              </a:spcBef>
              <a:spcAft>
                <a:spcPts val="0"/>
              </a:spcAft>
              <a:buSzPts val="900"/>
              <a:buNone/>
              <a:defRPr sz="900"/>
            </a:lvl9pPr>
          </a:lstStyle>
          <a:p/>
        </p:txBody>
      </p:sp>
      <p:sp>
        <p:nvSpPr>
          <p:cNvPr id="390" name="Google Shape;390;p43"/>
          <p:cNvSpPr txBox="1"/>
          <p:nvPr>
            <p:ph idx="6"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Clr>
                <a:schemeClr val="dk1"/>
              </a:buClr>
              <a:buSzPts val="700"/>
              <a:buFont typeface="DM Sans"/>
              <a:buNone/>
              <a:defRPr sz="700">
                <a:solidFill>
                  <a:schemeClr val="dk1"/>
                </a:solidFill>
                <a:latin typeface="DM Sans"/>
                <a:ea typeface="DM Sans"/>
                <a:cs typeface="DM Sans"/>
                <a:sym typeface="DM Sans"/>
              </a:defRPr>
            </a:lvl1pPr>
            <a:lvl2pPr lvl="1">
              <a:spcBef>
                <a:spcPts val="0"/>
              </a:spcBef>
              <a:spcAft>
                <a:spcPts val="0"/>
              </a:spcAft>
              <a:buClr>
                <a:schemeClr val="dk1"/>
              </a:buClr>
              <a:buSzPts val="1400"/>
              <a:buNone/>
              <a:defRPr>
                <a:solidFill>
                  <a:schemeClr val="dk1"/>
                </a:solidFill>
              </a:defRPr>
            </a:lvl2pPr>
            <a:lvl3pPr lvl="2">
              <a:spcBef>
                <a:spcPts val="0"/>
              </a:spcBef>
              <a:spcAft>
                <a:spcPts val="0"/>
              </a:spcAft>
              <a:buClr>
                <a:schemeClr val="dk1"/>
              </a:buClr>
              <a:buSzPts val="1400"/>
              <a:buNone/>
              <a:defRPr>
                <a:solidFill>
                  <a:schemeClr val="dk1"/>
                </a:solidFill>
              </a:defRPr>
            </a:lvl3pPr>
            <a:lvl4pPr lvl="3">
              <a:spcBef>
                <a:spcPts val="0"/>
              </a:spcBef>
              <a:spcAft>
                <a:spcPts val="0"/>
              </a:spcAft>
              <a:buClr>
                <a:schemeClr val="dk1"/>
              </a:buClr>
              <a:buSzPts val="1400"/>
              <a:buNone/>
              <a:defRPr>
                <a:solidFill>
                  <a:schemeClr val="dk1"/>
                </a:solidFill>
              </a:defRPr>
            </a:lvl4pPr>
            <a:lvl5pPr lvl="4">
              <a:spcBef>
                <a:spcPts val="0"/>
              </a:spcBef>
              <a:spcAft>
                <a:spcPts val="0"/>
              </a:spcAft>
              <a:buClr>
                <a:schemeClr val="dk1"/>
              </a:buClr>
              <a:buSzPts val="1400"/>
              <a:buNone/>
              <a:defRPr>
                <a:solidFill>
                  <a:schemeClr val="dk1"/>
                </a:solidFill>
              </a:defRPr>
            </a:lvl5pPr>
            <a:lvl6pPr lvl="5">
              <a:spcBef>
                <a:spcPts val="0"/>
              </a:spcBef>
              <a:spcAft>
                <a:spcPts val="0"/>
              </a:spcAft>
              <a:buClr>
                <a:schemeClr val="dk1"/>
              </a:buClr>
              <a:buSzPts val="1400"/>
              <a:buNone/>
              <a:defRPr>
                <a:solidFill>
                  <a:schemeClr val="dk1"/>
                </a:solidFill>
              </a:defRPr>
            </a:lvl6pPr>
            <a:lvl7pPr lvl="6">
              <a:spcBef>
                <a:spcPts val="0"/>
              </a:spcBef>
              <a:spcAft>
                <a:spcPts val="0"/>
              </a:spcAft>
              <a:buClr>
                <a:schemeClr val="dk1"/>
              </a:buClr>
              <a:buSzPts val="1400"/>
              <a:buNone/>
              <a:defRPr>
                <a:solidFill>
                  <a:schemeClr val="dk1"/>
                </a:solidFill>
              </a:defRPr>
            </a:lvl7pPr>
            <a:lvl8pPr lvl="7">
              <a:spcBef>
                <a:spcPts val="0"/>
              </a:spcBef>
              <a:spcAft>
                <a:spcPts val="0"/>
              </a:spcAft>
              <a:buClr>
                <a:schemeClr val="dk1"/>
              </a:buClr>
              <a:buSzPts val="1400"/>
              <a:buNone/>
              <a:defRPr>
                <a:solidFill>
                  <a:schemeClr val="dk1"/>
                </a:solidFill>
              </a:defRPr>
            </a:lvl8pPr>
            <a:lvl9pPr lvl="8">
              <a:spcBef>
                <a:spcPts val="0"/>
              </a:spcBef>
              <a:spcAft>
                <a:spcPts val="0"/>
              </a:spcAft>
              <a:buClr>
                <a:schemeClr val="dk1"/>
              </a:buClr>
              <a:buSzPts val="1400"/>
              <a:buNone/>
              <a:defRPr>
                <a:solidFill>
                  <a:schemeClr val="dk1"/>
                </a:solidFill>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r chart background">
  <p:cSld name="CUSTOM_8">
    <p:spTree>
      <p:nvGrpSpPr>
        <p:cNvPr id="391" name="Shape 391"/>
        <p:cNvGrpSpPr/>
        <p:nvPr/>
      </p:nvGrpSpPr>
      <p:grpSpPr>
        <a:xfrm>
          <a:off x="0" y="0"/>
          <a:ext cx="0" cy="0"/>
          <a:chOff x="0" y="0"/>
          <a:chExt cx="0" cy="0"/>
        </a:xfrm>
      </p:grpSpPr>
      <p:grpSp>
        <p:nvGrpSpPr>
          <p:cNvPr id="392" name="Google Shape;392;p44"/>
          <p:cNvGrpSpPr/>
          <p:nvPr/>
        </p:nvGrpSpPr>
        <p:grpSpPr>
          <a:xfrm>
            <a:off x="49" y="514398"/>
            <a:ext cx="9144297" cy="4115162"/>
            <a:chOff x="-18500" y="514395"/>
            <a:chExt cx="9219900" cy="4115162"/>
          </a:xfrm>
        </p:grpSpPr>
        <p:cxnSp>
          <p:nvCxnSpPr>
            <p:cNvPr id="393" name="Google Shape;393;p44"/>
            <p:cNvCxnSpPr/>
            <p:nvPr/>
          </p:nvCxnSpPr>
          <p:spPr>
            <a:xfrm>
              <a:off x="-18500" y="1028790"/>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394" name="Google Shape;394;p44"/>
            <p:cNvCxnSpPr/>
            <p:nvPr/>
          </p:nvCxnSpPr>
          <p:spPr>
            <a:xfrm>
              <a:off x="-18500" y="4629557"/>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395" name="Google Shape;395;p44"/>
            <p:cNvCxnSpPr/>
            <p:nvPr/>
          </p:nvCxnSpPr>
          <p:spPr>
            <a:xfrm>
              <a:off x="-18500" y="4115162"/>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396" name="Google Shape;396;p44"/>
            <p:cNvCxnSpPr/>
            <p:nvPr/>
          </p:nvCxnSpPr>
          <p:spPr>
            <a:xfrm>
              <a:off x="-18500" y="3600767"/>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397" name="Google Shape;397;p44"/>
            <p:cNvCxnSpPr/>
            <p:nvPr/>
          </p:nvCxnSpPr>
          <p:spPr>
            <a:xfrm>
              <a:off x="-18500" y="3086371"/>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398" name="Google Shape;398;p44"/>
            <p:cNvCxnSpPr/>
            <p:nvPr/>
          </p:nvCxnSpPr>
          <p:spPr>
            <a:xfrm>
              <a:off x="-18500" y="2571976"/>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399" name="Google Shape;399;p44"/>
            <p:cNvCxnSpPr/>
            <p:nvPr/>
          </p:nvCxnSpPr>
          <p:spPr>
            <a:xfrm>
              <a:off x="-18500" y="2057581"/>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400" name="Google Shape;400;p44"/>
            <p:cNvCxnSpPr/>
            <p:nvPr/>
          </p:nvCxnSpPr>
          <p:spPr>
            <a:xfrm>
              <a:off x="-18500" y="1543186"/>
              <a:ext cx="9219900" cy="0"/>
            </a:xfrm>
            <a:prstGeom prst="straightConnector1">
              <a:avLst/>
            </a:prstGeom>
            <a:noFill/>
            <a:ln cap="flat" cmpd="sng" w="9525">
              <a:solidFill>
                <a:schemeClr val="accent6"/>
              </a:solidFill>
              <a:prstDash val="solid"/>
              <a:round/>
              <a:headEnd len="med" w="med" type="none"/>
              <a:tailEnd len="med" w="med" type="none"/>
            </a:ln>
          </p:spPr>
        </p:cxnSp>
        <p:cxnSp>
          <p:nvCxnSpPr>
            <p:cNvPr id="401" name="Google Shape;401;p44"/>
            <p:cNvCxnSpPr/>
            <p:nvPr/>
          </p:nvCxnSpPr>
          <p:spPr>
            <a:xfrm>
              <a:off x="-18500" y="514395"/>
              <a:ext cx="9219900" cy="0"/>
            </a:xfrm>
            <a:prstGeom prst="straightConnector1">
              <a:avLst/>
            </a:prstGeom>
            <a:noFill/>
            <a:ln cap="flat" cmpd="sng" w="9525">
              <a:solidFill>
                <a:schemeClr val="accent6"/>
              </a:solidFill>
              <a:prstDash val="solid"/>
              <a:round/>
              <a:headEnd len="med" w="med" type="none"/>
              <a:tailEnd len="med" w="med" type="none"/>
            </a:ln>
          </p:spPr>
        </p:cxnSp>
      </p:grpSp>
      <p:sp>
        <p:nvSpPr>
          <p:cNvPr id="402" name="Google Shape;402;p44"/>
          <p:cNvSpPr txBox="1"/>
          <p:nvPr>
            <p:ph idx="12" type="sldNum"/>
          </p:nvPr>
        </p:nvSpPr>
        <p:spPr>
          <a:xfrm>
            <a:off x="8227975" y="217725"/>
            <a:ext cx="548700" cy="234000"/>
          </a:xfrm>
          <a:prstGeom prst="rect">
            <a:avLst/>
          </a:prstGeom>
          <a:noFill/>
          <a:ln>
            <a:noFill/>
          </a:ln>
        </p:spPr>
        <p:txBody>
          <a:bodyPr anchorCtr="0" anchor="ctr" bIns="91425" lIns="0" spcFirstLastPara="1" rIns="0" wrap="square" tIns="91425">
            <a:noAutofit/>
          </a:bodyPr>
          <a:lstStyle>
            <a:lvl1pPr lvl="0" algn="r">
              <a:buNone/>
              <a:defRPr sz="700">
                <a:solidFill>
                  <a:schemeClr val="lt1"/>
                </a:solidFill>
                <a:latin typeface="DM Sans"/>
                <a:ea typeface="DM Sans"/>
                <a:cs typeface="DM Sans"/>
                <a:sym typeface="DM Sans"/>
              </a:defRPr>
            </a:lvl1pPr>
            <a:lvl2pPr lvl="1" algn="r">
              <a:buNone/>
              <a:defRPr sz="700">
                <a:solidFill>
                  <a:schemeClr val="lt1"/>
                </a:solidFill>
                <a:latin typeface="DM Sans"/>
                <a:ea typeface="DM Sans"/>
                <a:cs typeface="DM Sans"/>
                <a:sym typeface="DM Sans"/>
              </a:defRPr>
            </a:lvl2pPr>
            <a:lvl3pPr lvl="2" algn="r">
              <a:buNone/>
              <a:defRPr sz="700">
                <a:solidFill>
                  <a:schemeClr val="lt1"/>
                </a:solidFill>
                <a:latin typeface="DM Sans"/>
                <a:ea typeface="DM Sans"/>
                <a:cs typeface="DM Sans"/>
                <a:sym typeface="DM Sans"/>
              </a:defRPr>
            </a:lvl3pPr>
            <a:lvl4pPr lvl="3" algn="r">
              <a:buNone/>
              <a:defRPr sz="700">
                <a:solidFill>
                  <a:schemeClr val="lt1"/>
                </a:solidFill>
                <a:latin typeface="DM Sans"/>
                <a:ea typeface="DM Sans"/>
                <a:cs typeface="DM Sans"/>
                <a:sym typeface="DM Sans"/>
              </a:defRPr>
            </a:lvl4pPr>
            <a:lvl5pPr lvl="4" algn="r">
              <a:buNone/>
              <a:defRPr sz="700">
                <a:solidFill>
                  <a:schemeClr val="lt1"/>
                </a:solidFill>
                <a:latin typeface="DM Sans"/>
                <a:ea typeface="DM Sans"/>
                <a:cs typeface="DM Sans"/>
                <a:sym typeface="DM Sans"/>
              </a:defRPr>
            </a:lvl5pPr>
            <a:lvl6pPr lvl="5" algn="r">
              <a:buNone/>
              <a:defRPr sz="700">
                <a:solidFill>
                  <a:schemeClr val="lt1"/>
                </a:solidFill>
                <a:latin typeface="DM Sans"/>
                <a:ea typeface="DM Sans"/>
                <a:cs typeface="DM Sans"/>
                <a:sym typeface="DM Sans"/>
              </a:defRPr>
            </a:lvl6pPr>
            <a:lvl7pPr lvl="6" algn="r">
              <a:buNone/>
              <a:defRPr sz="700">
                <a:solidFill>
                  <a:schemeClr val="lt1"/>
                </a:solidFill>
                <a:latin typeface="DM Sans"/>
                <a:ea typeface="DM Sans"/>
                <a:cs typeface="DM Sans"/>
                <a:sym typeface="DM Sans"/>
              </a:defRPr>
            </a:lvl7pPr>
            <a:lvl8pPr lvl="7" algn="r">
              <a:buNone/>
              <a:defRPr sz="700">
                <a:solidFill>
                  <a:schemeClr val="lt1"/>
                </a:solidFill>
                <a:latin typeface="DM Sans"/>
                <a:ea typeface="DM Sans"/>
                <a:cs typeface="DM Sans"/>
                <a:sym typeface="DM Sans"/>
              </a:defRPr>
            </a:lvl8pPr>
            <a:lvl9pPr lvl="8" algn="r">
              <a:buNone/>
              <a:defRPr sz="700">
                <a:solidFill>
                  <a:schemeClr val="lt1"/>
                </a:solidFill>
                <a:latin typeface="DM Sans"/>
                <a:ea typeface="DM Sans"/>
                <a:cs typeface="DM Sans"/>
                <a:sym typeface="DM Sans"/>
              </a:defRPr>
            </a:lvl9pPr>
          </a:lstStyle>
          <a:p>
            <a:pPr indent="0" lvl="0" marL="0" rtl="0" algn="r">
              <a:spcBef>
                <a:spcPts val="0"/>
              </a:spcBef>
              <a:spcAft>
                <a:spcPts val="0"/>
              </a:spcAft>
              <a:buNone/>
            </a:pPr>
            <a:fld id="{00000000-1234-1234-1234-123412341234}" type="slidenum">
              <a:rPr lang="en"/>
              <a:t>‹#›</a:t>
            </a:fld>
            <a:endParaRPr/>
          </a:p>
        </p:txBody>
      </p:sp>
      <p:sp>
        <p:nvSpPr>
          <p:cNvPr id="403" name="Google Shape;403;p44"/>
          <p:cNvSpPr txBox="1"/>
          <p:nvPr>
            <p:ph idx="1" type="subTitle"/>
          </p:nvPr>
        </p:nvSpPr>
        <p:spPr>
          <a:xfrm>
            <a:off x="361975" y="217725"/>
            <a:ext cx="4163100" cy="237600"/>
          </a:xfrm>
          <a:prstGeom prst="rect">
            <a:avLst/>
          </a:prstGeom>
        </p:spPr>
        <p:txBody>
          <a:bodyPr anchorCtr="0" anchor="ctr" bIns="0" lIns="0" spcFirstLastPara="1" rIns="0" wrap="square" tIns="0">
            <a:noAutofit/>
          </a:bodyPr>
          <a:lstStyle>
            <a:lvl1pPr lvl="0">
              <a:spcBef>
                <a:spcPts val="0"/>
              </a:spcBef>
              <a:spcAft>
                <a:spcPts val="0"/>
              </a:spcAft>
              <a:buSzPts val="700"/>
              <a:buFont typeface="DM Sans"/>
              <a:buNone/>
              <a:defRPr sz="700">
                <a:latin typeface="DM Sans"/>
                <a:ea typeface="DM Sans"/>
                <a:cs typeface="DM Sans"/>
                <a:sym typeface="DM Sans"/>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4" name="Google Shape;404;p44"/>
          <p:cNvSpPr txBox="1"/>
          <p:nvPr>
            <p:ph idx="2" type="subTitle"/>
          </p:nvPr>
        </p:nvSpPr>
        <p:spPr>
          <a:xfrm>
            <a:off x="361975" y="732775"/>
            <a:ext cx="4163100" cy="138600"/>
          </a:xfrm>
          <a:prstGeom prst="rect">
            <a:avLst/>
          </a:prstGeom>
        </p:spPr>
        <p:txBody>
          <a:bodyPr anchorCtr="0" anchor="b" bIns="0" lIns="0" spcFirstLastPara="1" rIns="0" wrap="square" tIns="0">
            <a:spAutoFit/>
          </a:bodyPr>
          <a:lstStyle>
            <a:lvl1pPr lvl="0">
              <a:spcBef>
                <a:spcPts val="0"/>
              </a:spcBef>
              <a:spcAft>
                <a:spcPts val="0"/>
              </a:spcAft>
              <a:buSzPts val="1000"/>
              <a:buFont typeface="DM Sans Light"/>
              <a:buNone/>
              <a:defRPr sz="1000">
                <a:latin typeface="DM Sans Light"/>
                <a:ea typeface="DM Sans Light"/>
                <a:cs typeface="DM Sans Light"/>
                <a:sym typeface="DM Sans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slide">
  <p:cSld name="CUSTOM_8_1">
    <p:bg>
      <p:bgPr>
        <a:solidFill>
          <a:schemeClr val="accent2"/>
        </a:solidFill>
      </p:bgPr>
    </p:bg>
    <p:spTree>
      <p:nvGrpSpPr>
        <p:cNvPr id="405" name="Shape 405"/>
        <p:cNvGrpSpPr/>
        <p:nvPr/>
      </p:nvGrpSpPr>
      <p:grpSpPr>
        <a:xfrm>
          <a:off x="0" y="0"/>
          <a:ext cx="0" cy="0"/>
          <a:chOff x="0" y="0"/>
          <a:chExt cx="0" cy="0"/>
        </a:xfrm>
      </p:grpSpPr>
      <p:sp>
        <p:nvSpPr>
          <p:cNvPr id="406" name="Google Shape;406;p45"/>
          <p:cNvSpPr/>
          <p:nvPr/>
        </p:nvSpPr>
        <p:spPr>
          <a:xfrm>
            <a:off x="50" y="-300"/>
            <a:ext cx="6708900" cy="51435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latin typeface="DM Sans"/>
              <a:ea typeface="DM Sans"/>
              <a:cs typeface="DM Sans"/>
              <a:sym typeface="DM Sans"/>
            </a:endParaRPr>
          </a:p>
        </p:txBody>
      </p:sp>
      <p:sp>
        <p:nvSpPr>
          <p:cNvPr id="407" name="Google Shape;407;p45"/>
          <p:cNvSpPr txBox="1"/>
          <p:nvPr>
            <p:ph type="title"/>
          </p:nvPr>
        </p:nvSpPr>
        <p:spPr>
          <a:xfrm>
            <a:off x="451472" y="2024100"/>
            <a:ext cx="4163100" cy="1372500"/>
          </a:xfrm>
          <a:prstGeom prst="rect">
            <a:avLst/>
          </a:prstGeom>
        </p:spPr>
        <p:txBody>
          <a:bodyPr anchorCtr="0" anchor="b" bIns="0" lIns="0" spcFirstLastPara="1" rIns="0" wrap="square" tIns="0">
            <a:noAutofit/>
          </a:bodyPr>
          <a:lstStyle>
            <a:lvl1pPr lvl="0">
              <a:lnSpc>
                <a:spcPct val="90000"/>
              </a:lnSpc>
              <a:spcBef>
                <a:spcPts val="0"/>
              </a:spcBef>
              <a:spcAft>
                <a:spcPts val="0"/>
              </a:spcAft>
              <a:buNone/>
              <a:defRPr sz="4200">
                <a:solidFill>
                  <a:schemeClr val="dk1"/>
                </a:solidFill>
              </a:defRPr>
            </a:lvl1pPr>
            <a:lvl2pPr lvl="1">
              <a:lnSpc>
                <a:spcPct val="90000"/>
              </a:lnSpc>
              <a:spcBef>
                <a:spcPts val="0"/>
              </a:spcBef>
              <a:spcAft>
                <a:spcPts val="0"/>
              </a:spcAft>
              <a:buNone/>
              <a:defRPr sz="4200">
                <a:solidFill>
                  <a:schemeClr val="dk1"/>
                </a:solidFill>
              </a:defRPr>
            </a:lvl2pPr>
            <a:lvl3pPr lvl="2">
              <a:lnSpc>
                <a:spcPct val="90000"/>
              </a:lnSpc>
              <a:spcBef>
                <a:spcPts val="0"/>
              </a:spcBef>
              <a:spcAft>
                <a:spcPts val="0"/>
              </a:spcAft>
              <a:buNone/>
              <a:defRPr sz="4200">
                <a:solidFill>
                  <a:schemeClr val="dk1"/>
                </a:solidFill>
              </a:defRPr>
            </a:lvl3pPr>
            <a:lvl4pPr lvl="3">
              <a:lnSpc>
                <a:spcPct val="90000"/>
              </a:lnSpc>
              <a:spcBef>
                <a:spcPts val="0"/>
              </a:spcBef>
              <a:spcAft>
                <a:spcPts val="0"/>
              </a:spcAft>
              <a:buNone/>
              <a:defRPr sz="4200">
                <a:solidFill>
                  <a:schemeClr val="dk1"/>
                </a:solidFill>
              </a:defRPr>
            </a:lvl4pPr>
            <a:lvl5pPr lvl="4">
              <a:lnSpc>
                <a:spcPct val="90000"/>
              </a:lnSpc>
              <a:spcBef>
                <a:spcPts val="0"/>
              </a:spcBef>
              <a:spcAft>
                <a:spcPts val="0"/>
              </a:spcAft>
              <a:buNone/>
              <a:defRPr sz="4200">
                <a:solidFill>
                  <a:schemeClr val="dk1"/>
                </a:solidFill>
              </a:defRPr>
            </a:lvl5pPr>
            <a:lvl6pPr lvl="5">
              <a:lnSpc>
                <a:spcPct val="90000"/>
              </a:lnSpc>
              <a:spcBef>
                <a:spcPts val="0"/>
              </a:spcBef>
              <a:spcAft>
                <a:spcPts val="0"/>
              </a:spcAft>
              <a:buNone/>
              <a:defRPr sz="4200">
                <a:solidFill>
                  <a:schemeClr val="dk1"/>
                </a:solidFill>
              </a:defRPr>
            </a:lvl6pPr>
            <a:lvl7pPr lvl="6">
              <a:lnSpc>
                <a:spcPct val="90000"/>
              </a:lnSpc>
              <a:spcBef>
                <a:spcPts val="0"/>
              </a:spcBef>
              <a:spcAft>
                <a:spcPts val="0"/>
              </a:spcAft>
              <a:buNone/>
              <a:defRPr sz="4200">
                <a:solidFill>
                  <a:schemeClr val="dk1"/>
                </a:solidFill>
              </a:defRPr>
            </a:lvl7pPr>
            <a:lvl8pPr lvl="7">
              <a:lnSpc>
                <a:spcPct val="90000"/>
              </a:lnSpc>
              <a:spcBef>
                <a:spcPts val="0"/>
              </a:spcBef>
              <a:spcAft>
                <a:spcPts val="0"/>
              </a:spcAft>
              <a:buNone/>
              <a:defRPr sz="4200">
                <a:solidFill>
                  <a:schemeClr val="dk1"/>
                </a:solidFill>
              </a:defRPr>
            </a:lvl8pPr>
            <a:lvl9pPr lvl="8">
              <a:lnSpc>
                <a:spcPct val="90000"/>
              </a:lnSpc>
              <a:spcBef>
                <a:spcPts val="0"/>
              </a:spcBef>
              <a:spcAft>
                <a:spcPts val="0"/>
              </a:spcAft>
              <a:buNone/>
              <a:defRPr sz="4200">
                <a:solidFill>
                  <a:schemeClr val="dk1"/>
                </a:solidFill>
              </a:defRPr>
            </a:lvl9pPr>
          </a:lstStyle>
          <a:p/>
        </p:txBody>
      </p:sp>
      <p:sp>
        <p:nvSpPr>
          <p:cNvPr id="408" name="Google Shape;408;p45"/>
          <p:cNvSpPr txBox="1"/>
          <p:nvPr>
            <p:ph idx="1" type="subTitle"/>
          </p:nvPr>
        </p:nvSpPr>
        <p:spPr>
          <a:xfrm>
            <a:off x="451475" y="3776250"/>
            <a:ext cx="4163100" cy="426900"/>
          </a:xfrm>
          <a:prstGeom prst="rect">
            <a:avLst/>
          </a:prstGeom>
        </p:spPr>
        <p:txBody>
          <a:bodyPr anchorCtr="0" anchor="t" bIns="0" lIns="0" spcFirstLastPara="1" rIns="0" wrap="square" tIns="0">
            <a:noAutofit/>
          </a:bodyPr>
          <a:lstStyle>
            <a:lvl1pPr lvl="0">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1pPr>
            <a:lvl2pPr lvl="1">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2pPr>
            <a:lvl3pPr lvl="2">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3pPr>
            <a:lvl4pPr lvl="3">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4pPr>
            <a:lvl5pPr lvl="4">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5pPr>
            <a:lvl6pPr lvl="5">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6pPr>
            <a:lvl7pPr lvl="6">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7pPr>
            <a:lvl8pPr lvl="7">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8pPr>
            <a:lvl9pPr lvl="8">
              <a:spcBef>
                <a:spcPts val="0"/>
              </a:spcBef>
              <a:spcAft>
                <a:spcPts val="0"/>
              </a:spcAft>
              <a:buClr>
                <a:schemeClr val="accent2"/>
              </a:buClr>
              <a:buSzPts val="1500"/>
              <a:buFont typeface="DM Sans"/>
              <a:buNone/>
              <a:defRPr sz="1500">
                <a:solidFill>
                  <a:schemeClr val="accent2"/>
                </a:solidFill>
                <a:latin typeface="DM Sans"/>
                <a:ea typeface="DM Sans"/>
                <a:cs typeface="DM Sans"/>
                <a:sym typeface="DM Sans"/>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409" name="Shape 409"/>
        <p:cNvGrpSpPr/>
        <p:nvPr/>
      </p:nvGrpSpPr>
      <p:grpSpPr>
        <a:xfrm>
          <a:off x="0" y="0"/>
          <a:ext cx="0" cy="0"/>
          <a:chOff x="0" y="0"/>
          <a:chExt cx="0" cy="0"/>
        </a:xfrm>
      </p:grpSpPr>
      <p:sp>
        <p:nvSpPr>
          <p:cNvPr id="410" name="Google Shape;410;p46"/>
          <p:cNvSpPr txBox="1"/>
          <p:nvPr>
            <p:ph type="ctrTitle"/>
          </p:nvPr>
        </p:nvSpPr>
        <p:spPr>
          <a:xfrm>
            <a:off x="311708" y="744575"/>
            <a:ext cx="8520600" cy="20526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411" name="Google Shape;411;p46"/>
          <p:cNvSpPr txBox="1"/>
          <p:nvPr>
            <p:ph idx="1" type="subTitle"/>
          </p:nvPr>
        </p:nvSpPr>
        <p:spPr>
          <a:xfrm>
            <a:off x="311700" y="2834125"/>
            <a:ext cx="8520600" cy="7926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412" name="Shape 412"/>
        <p:cNvGrpSpPr/>
        <p:nvPr/>
      </p:nvGrpSpPr>
      <p:grpSpPr>
        <a:xfrm>
          <a:off x="0" y="0"/>
          <a:ext cx="0" cy="0"/>
          <a:chOff x="0" y="0"/>
          <a:chExt cx="0" cy="0"/>
        </a:xfrm>
      </p:grpSpPr>
      <p:sp>
        <p:nvSpPr>
          <p:cNvPr id="413" name="Google Shape;413;p47"/>
          <p:cNvSpPr txBox="1"/>
          <p:nvPr>
            <p:ph type="title"/>
          </p:nvPr>
        </p:nvSpPr>
        <p:spPr>
          <a:xfrm>
            <a:off x="311700" y="2150850"/>
            <a:ext cx="8520600" cy="8418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414" name="Shape 414"/>
        <p:cNvGrpSpPr/>
        <p:nvPr/>
      </p:nvGrpSpPr>
      <p:grpSpPr>
        <a:xfrm>
          <a:off x="0" y="0"/>
          <a:ext cx="0" cy="0"/>
          <a:chOff x="0" y="0"/>
          <a:chExt cx="0" cy="0"/>
        </a:xfrm>
      </p:grpSpPr>
      <p:sp>
        <p:nvSpPr>
          <p:cNvPr id="415" name="Google Shape;415;p4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6" name="Google Shape;416;p48"/>
          <p:cNvSpPr txBox="1"/>
          <p:nvPr>
            <p:ph idx="1" type="body"/>
          </p:nvPr>
        </p:nvSpPr>
        <p:spPr>
          <a:xfrm>
            <a:off x="311700" y="1152475"/>
            <a:ext cx="8520600" cy="3416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417" name="Shape 417"/>
        <p:cNvGrpSpPr/>
        <p:nvPr/>
      </p:nvGrpSpPr>
      <p:grpSpPr>
        <a:xfrm>
          <a:off x="0" y="0"/>
          <a:ext cx="0" cy="0"/>
          <a:chOff x="0" y="0"/>
          <a:chExt cx="0" cy="0"/>
        </a:xfrm>
      </p:grpSpPr>
      <p:sp>
        <p:nvSpPr>
          <p:cNvPr id="418" name="Google Shape;418;p49"/>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19" name="Google Shape;419;p49"/>
          <p:cNvSpPr txBox="1"/>
          <p:nvPr>
            <p:ph idx="1" type="body"/>
          </p:nvPr>
        </p:nvSpPr>
        <p:spPr>
          <a:xfrm>
            <a:off x="311700" y="1152475"/>
            <a:ext cx="3999900" cy="34164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20" name="Google Shape;420;p49"/>
          <p:cNvSpPr txBox="1"/>
          <p:nvPr>
            <p:ph idx="2" type="body"/>
          </p:nvPr>
        </p:nvSpPr>
        <p:spPr>
          <a:xfrm>
            <a:off x="4832400" y="1152475"/>
            <a:ext cx="3999900" cy="34164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21" name="Shape 421"/>
        <p:cNvGrpSpPr/>
        <p:nvPr/>
      </p:nvGrpSpPr>
      <p:grpSpPr>
        <a:xfrm>
          <a:off x="0" y="0"/>
          <a:ext cx="0" cy="0"/>
          <a:chOff x="0" y="0"/>
          <a:chExt cx="0" cy="0"/>
        </a:xfrm>
      </p:grpSpPr>
      <p:sp>
        <p:nvSpPr>
          <p:cNvPr id="422" name="Google Shape;422;p50"/>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423" name="Shape 423"/>
        <p:cNvGrpSpPr/>
        <p:nvPr/>
      </p:nvGrpSpPr>
      <p:grpSpPr>
        <a:xfrm>
          <a:off x="0" y="0"/>
          <a:ext cx="0" cy="0"/>
          <a:chOff x="0" y="0"/>
          <a:chExt cx="0" cy="0"/>
        </a:xfrm>
      </p:grpSpPr>
      <p:sp>
        <p:nvSpPr>
          <p:cNvPr id="424" name="Google Shape;424;p51"/>
          <p:cNvSpPr txBox="1"/>
          <p:nvPr>
            <p:ph type="title"/>
          </p:nvPr>
        </p:nvSpPr>
        <p:spPr>
          <a:xfrm>
            <a:off x="311700" y="555600"/>
            <a:ext cx="2808000" cy="755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25" name="Google Shape;425;p51"/>
          <p:cNvSpPr txBox="1"/>
          <p:nvPr>
            <p:ph idx="1" type="body"/>
          </p:nvPr>
        </p:nvSpPr>
        <p:spPr>
          <a:xfrm>
            <a:off x="311700" y="1389600"/>
            <a:ext cx="2808000" cy="31794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426" name="Shape 426"/>
        <p:cNvGrpSpPr/>
        <p:nvPr/>
      </p:nvGrpSpPr>
      <p:grpSpPr>
        <a:xfrm>
          <a:off x="0" y="0"/>
          <a:ext cx="0" cy="0"/>
          <a:chOff x="0" y="0"/>
          <a:chExt cx="0" cy="0"/>
        </a:xfrm>
      </p:grpSpPr>
      <p:sp>
        <p:nvSpPr>
          <p:cNvPr id="427" name="Google Shape;427;p52"/>
          <p:cNvSpPr txBox="1"/>
          <p:nvPr>
            <p:ph type="title"/>
          </p:nvPr>
        </p:nvSpPr>
        <p:spPr>
          <a:xfrm>
            <a:off x="490250" y="450150"/>
            <a:ext cx="6367800" cy="40908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428" name="Shape 428"/>
        <p:cNvGrpSpPr/>
        <p:nvPr/>
      </p:nvGrpSpPr>
      <p:grpSpPr>
        <a:xfrm>
          <a:off x="0" y="0"/>
          <a:ext cx="0" cy="0"/>
          <a:chOff x="0" y="0"/>
          <a:chExt cx="0" cy="0"/>
        </a:xfrm>
      </p:grpSpPr>
      <p:sp>
        <p:nvSpPr>
          <p:cNvPr id="429" name="Google Shape;429;p53"/>
          <p:cNvSpPr txBox="1"/>
          <p:nvPr>
            <p:ph type="title"/>
          </p:nvPr>
        </p:nvSpPr>
        <p:spPr>
          <a:xfrm>
            <a:off x="265500" y="1233175"/>
            <a:ext cx="4045200" cy="14823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430" name="Google Shape;430;p53"/>
          <p:cNvSpPr txBox="1"/>
          <p:nvPr>
            <p:ph idx="1" type="subTitle"/>
          </p:nvPr>
        </p:nvSpPr>
        <p:spPr>
          <a:xfrm>
            <a:off x="265500" y="2803075"/>
            <a:ext cx="4045200" cy="12351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431" name="Google Shape;431;p53"/>
          <p:cNvSpPr txBox="1"/>
          <p:nvPr>
            <p:ph idx="2" type="body"/>
          </p:nvPr>
        </p:nvSpPr>
        <p:spPr>
          <a:xfrm>
            <a:off x="4939500" y="724075"/>
            <a:ext cx="3837000" cy="3695100"/>
          </a:xfrm>
          <a:prstGeom prst="rect">
            <a:avLst/>
          </a:prstGeom>
        </p:spPr>
        <p:txBody>
          <a:bodyPr anchorCtr="0" anchor="ctr"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432" name="Shape 432"/>
        <p:cNvGrpSpPr/>
        <p:nvPr/>
      </p:nvGrpSpPr>
      <p:grpSpPr>
        <a:xfrm>
          <a:off x="0" y="0"/>
          <a:ext cx="0" cy="0"/>
          <a:chOff x="0" y="0"/>
          <a:chExt cx="0" cy="0"/>
        </a:xfrm>
      </p:grpSpPr>
      <p:sp>
        <p:nvSpPr>
          <p:cNvPr id="433" name="Google Shape;433;p54"/>
          <p:cNvSpPr txBox="1"/>
          <p:nvPr>
            <p:ph idx="1" type="body"/>
          </p:nvPr>
        </p:nvSpPr>
        <p:spPr>
          <a:xfrm>
            <a:off x="311700" y="4230575"/>
            <a:ext cx="5998800" cy="6051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 number">
    <p:spTree>
      <p:nvGrpSpPr>
        <p:cNvPr id="434" name="Shape 434"/>
        <p:cNvGrpSpPr/>
        <p:nvPr/>
      </p:nvGrpSpPr>
      <p:grpSpPr>
        <a:xfrm>
          <a:off x="0" y="0"/>
          <a:ext cx="0" cy="0"/>
          <a:chOff x="0" y="0"/>
          <a:chExt cx="0" cy="0"/>
        </a:xfrm>
      </p:grpSpPr>
      <p:sp>
        <p:nvSpPr>
          <p:cNvPr id="435" name="Google Shape;435;p55"/>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36" name="Google Shape;436;p55"/>
          <p:cNvSpPr txBox="1"/>
          <p:nvPr>
            <p:ph idx="1" type="body"/>
          </p:nvPr>
        </p:nvSpPr>
        <p:spPr>
          <a:xfrm>
            <a:off x="311700" y="3152225"/>
            <a:ext cx="8520600" cy="1300800"/>
          </a:xfrm>
          <a:prstGeom prst="rect">
            <a:avLst/>
          </a:prstGeom>
        </p:spPr>
        <p:txBody>
          <a:bodyPr anchorCtr="0" anchor="t" bIns="91425" lIns="91425" spcFirstLastPara="1" rIns="91425" wrap="square" tIns="91425">
            <a:noAutofit/>
          </a:bodyPr>
          <a:lstStyle>
            <a:lvl1pPr indent="-304800" lvl="0" marL="457200" algn="ctr">
              <a:spcBef>
                <a:spcPts val="0"/>
              </a:spcBef>
              <a:spcAft>
                <a:spcPts val="0"/>
              </a:spcAft>
              <a:buSzPts val="1200"/>
              <a:buChar char="●"/>
              <a:defRPr/>
            </a:lvl1pPr>
            <a:lvl2pPr indent="-304800" lvl="1" marL="914400" algn="ctr">
              <a:spcBef>
                <a:spcPts val="0"/>
              </a:spcBef>
              <a:spcAft>
                <a:spcPts val="0"/>
              </a:spcAft>
              <a:buSzPts val="1200"/>
              <a:buChar char="○"/>
              <a:defRPr/>
            </a:lvl2pPr>
            <a:lvl3pPr indent="-304800" lvl="2" marL="1371600" algn="ctr">
              <a:spcBef>
                <a:spcPts val="0"/>
              </a:spcBef>
              <a:spcAft>
                <a:spcPts val="0"/>
              </a:spcAft>
              <a:buSzPts val="1200"/>
              <a:buChar char="■"/>
              <a:defRPr/>
            </a:lvl3pPr>
            <a:lvl4pPr indent="-304800" lvl="3" marL="1828800" algn="ctr">
              <a:spcBef>
                <a:spcPts val="0"/>
              </a:spcBef>
              <a:spcAft>
                <a:spcPts val="0"/>
              </a:spcAft>
              <a:buSzPts val="1200"/>
              <a:buChar char="●"/>
              <a:defRPr/>
            </a:lvl4pPr>
            <a:lvl5pPr indent="-304800" lvl="4" marL="2286000" algn="ctr">
              <a:spcBef>
                <a:spcPts val="0"/>
              </a:spcBef>
              <a:spcAft>
                <a:spcPts val="0"/>
              </a:spcAft>
              <a:buSzPts val="1200"/>
              <a:buChar char="○"/>
              <a:defRPr/>
            </a:lvl5pPr>
            <a:lvl6pPr indent="-304800" lvl="5" marL="2743200" algn="ctr">
              <a:spcBef>
                <a:spcPts val="0"/>
              </a:spcBef>
              <a:spcAft>
                <a:spcPts val="0"/>
              </a:spcAft>
              <a:buSzPts val="1200"/>
              <a:buChar char="■"/>
              <a:defRPr/>
            </a:lvl6pPr>
            <a:lvl7pPr indent="-304800" lvl="6" marL="3200400" algn="ctr">
              <a:spcBef>
                <a:spcPts val="0"/>
              </a:spcBef>
              <a:spcAft>
                <a:spcPts val="0"/>
              </a:spcAft>
              <a:buSzPts val="1200"/>
              <a:buChar char="●"/>
              <a:defRPr/>
            </a:lvl7pPr>
            <a:lvl8pPr indent="-304800" lvl="7" marL="3657600" algn="ctr">
              <a:spcBef>
                <a:spcPts val="0"/>
              </a:spcBef>
              <a:spcAft>
                <a:spcPts val="0"/>
              </a:spcAft>
              <a:buSzPts val="1200"/>
              <a:buChar char="○"/>
              <a:defRPr/>
            </a:lvl8pPr>
            <a:lvl9pPr indent="-304800" lvl="8" marL="4114800" algn="ctr">
              <a:spcBef>
                <a:spcPts val="0"/>
              </a:spcBef>
              <a:spcAft>
                <a:spcPts val="0"/>
              </a:spcAft>
              <a:buSzPts val="1200"/>
              <a:buChar char="■"/>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437" name="Shape 437"/>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438" name="Shape 438"/>
        <p:cNvGrpSpPr/>
        <p:nvPr/>
      </p:nvGrpSpPr>
      <p:grpSpPr>
        <a:xfrm>
          <a:off x="0" y="0"/>
          <a:ext cx="0" cy="0"/>
          <a:chOff x="0" y="0"/>
          <a:chExt cx="0" cy="0"/>
        </a:xfrm>
      </p:grpSpPr>
      <p:sp>
        <p:nvSpPr>
          <p:cNvPr id="439" name="Google Shape;439;p57"/>
          <p:cNvSpPr txBox="1"/>
          <p:nvPr>
            <p:ph type="title"/>
          </p:nvPr>
        </p:nvSpPr>
        <p:spPr>
          <a:xfrm>
            <a:off x="677325" y="1832775"/>
            <a:ext cx="3217200" cy="14841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0" name="Google Shape;440;p57"/>
          <p:cNvSpPr txBox="1"/>
          <p:nvPr>
            <p:ph idx="1" type="subTitle"/>
          </p:nvPr>
        </p:nvSpPr>
        <p:spPr>
          <a:xfrm>
            <a:off x="4406650" y="39375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1" name="Google Shape;441;p57"/>
          <p:cNvSpPr txBox="1"/>
          <p:nvPr>
            <p:ph idx="2" type="subTitle"/>
          </p:nvPr>
        </p:nvSpPr>
        <p:spPr>
          <a:xfrm>
            <a:off x="4406650" y="115170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2" name="Google Shape;442;p57"/>
          <p:cNvSpPr txBox="1"/>
          <p:nvPr>
            <p:ph idx="3" type="subTitle"/>
          </p:nvPr>
        </p:nvSpPr>
        <p:spPr>
          <a:xfrm>
            <a:off x="4406650" y="342557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3" name="Google Shape;443;p57"/>
          <p:cNvSpPr txBox="1"/>
          <p:nvPr>
            <p:ph idx="4" type="subTitle"/>
          </p:nvPr>
        </p:nvSpPr>
        <p:spPr>
          <a:xfrm>
            <a:off x="4406650" y="1909660"/>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4" name="Google Shape;444;p57"/>
          <p:cNvSpPr txBox="1"/>
          <p:nvPr>
            <p:ph idx="5" type="subTitle"/>
          </p:nvPr>
        </p:nvSpPr>
        <p:spPr>
          <a:xfrm>
            <a:off x="4406650" y="418352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45" name="Google Shape;445;p57"/>
          <p:cNvSpPr txBox="1"/>
          <p:nvPr>
            <p:ph idx="6" type="subTitle"/>
          </p:nvPr>
        </p:nvSpPr>
        <p:spPr>
          <a:xfrm>
            <a:off x="4406650" y="2667615"/>
            <a:ext cx="44097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446" name="Shape 446"/>
        <p:cNvGrpSpPr/>
        <p:nvPr/>
      </p:nvGrpSpPr>
      <p:grpSpPr>
        <a:xfrm>
          <a:off x="0" y="0"/>
          <a:ext cx="0" cy="0"/>
          <a:chOff x="0" y="0"/>
          <a:chExt cx="0" cy="0"/>
        </a:xfrm>
      </p:grpSpPr>
      <p:sp>
        <p:nvSpPr>
          <p:cNvPr id="447" name="Google Shape;447;p58"/>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48" name="Google Shape;448;p58"/>
          <p:cNvSpPr txBox="1"/>
          <p:nvPr>
            <p:ph idx="1" type="body"/>
          </p:nvPr>
        </p:nvSpPr>
        <p:spPr>
          <a:xfrm>
            <a:off x="311700" y="1152475"/>
            <a:ext cx="4473900" cy="34164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49" name="Google Shape;449;p58"/>
          <p:cNvSpPr/>
          <p:nvPr>
            <p:ph idx="2" type="pic"/>
          </p:nvPr>
        </p:nvSpPr>
        <p:spPr>
          <a:xfrm>
            <a:off x="4992024" y="1152775"/>
            <a:ext cx="3840300" cy="3416400"/>
          </a:xfrm>
          <a:prstGeom prst="rect">
            <a:avLst/>
          </a:prstGeom>
          <a:noFill/>
          <a:ln>
            <a:noFill/>
          </a:ln>
        </p:spPr>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450" name="Shape 450"/>
        <p:cNvGrpSpPr/>
        <p:nvPr/>
      </p:nvGrpSpPr>
      <p:grpSpPr>
        <a:xfrm>
          <a:off x="0" y="0"/>
          <a:ext cx="0" cy="0"/>
          <a:chOff x="0" y="0"/>
          <a:chExt cx="0" cy="0"/>
        </a:xfrm>
      </p:grpSpPr>
      <p:sp>
        <p:nvSpPr>
          <p:cNvPr id="451" name="Google Shape;451;p59"/>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452" name="Google Shape;452;p59"/>
          <p:cNvSpPr txBox="1"/>
          <p:nvPr>
            <p:ph idx="1" type="body"/>
          </p:nvPr>
        </p:nvSpPr>
        <p:spPr>
          <a:xfrm>
            <a:off x="483150" y="2237788"/>
            <a:ext cx="36198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53" name="Google Shape;453;p59"/>
          <p:cNvSpPr txBox="1"/>
          <p:nvPr>
            <p:ph idx="2" type="body"/>
          </p:nvPr>
        </p:nvSpPr>
        <p:spPr>
          <a:xfrm>
            <a:off x="5048000" y="2237788"/>
            <a:ext cx="36198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54" name="Google Shape;454;p59"/>
          <p:cNvSpPr txBox="1"/>
          <p:nvPr>
            <p:ph idx="3" type="subTitle"/>
          </p:nvPr>
        </p:nvSpPr>
        <p:spPr>
          <a:xfrm>
            <a:off x="48315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55" name="Google Shape;455;p59"/>
          <p:cNvSpPr txBox="1"/>
          <p:nvPr>
            <p:ph idx="4" type="subTitle"/>
          </p:nvPr>
        </p:nvSpPr>
        <p:spPr>
          <a:xfrm>
            <a:off x="5048000" y="1336161"/>
            <a:ext cx="3619800" cy="542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456" name="Shape 456"/>
        <p:cNvGrpSpPr/>
        <p:nvPr/>
      </p:nvGrpSpPr>
      <p:grpSpPr>
        <a:xfrm>
          <a:off x="0" y="0"/>
          <a:ext cx="0" cy="0"/>
          <a:chOff x="0" y="0"/>
          <a:chExt cx="0" cy="0"/>
        </a:xfrm>
      </p:grpSpPr>
      <p:sp>
        <p:nvSpPr>
          <p:cNvPr id="457" name="Google Shape;457;p60"/>
          <p:cNvSpPr txBox="1"/>
          <p:nvPr>
            <p:ph idx="1" type="body"/>
          </p:nvPr>
        </p:nvSpPr>
        <p:spPr>
          <a:xfrm>
            <a:off x="483175" y="2417500"/>
            <a:ext cx="2455500" cy="23736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58" name="Google Shape;458;p60"/>
          <p:cNvSpPr txBox="1"/>
          <p:nvPr>
            <p:ph idx="2" type="body"/>
          </p:nvPr>
        </p:nvSpPr>
        <p:spPr>
          <a:xfrm>
            <a:off x="334772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59" name="Google Shape;459;p60"/>
          <p:cNvSpPr txBox="1"/>
          <p:nvPr>
            <p:ph type="title"/>
          </p:nvPr>
        </p:nvSpPr>
        <p:spPr>
          <a:xfrm>
            <a:off x="483175"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460" name="Google Shape;460;p60"/>
          <p:cNvSpPr txBox="1"/>
          <p:nvPr>
            <p:ph idx="3" type="subTitle"/>
          </p:nvPr>
        </p:nvSpPr>
        <p:spPr>
          <a:xfrm>
            <a:off x="4831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61" name="Google Shape;461;p60"/>
          <p:cNvSpPr txBox="1"/>
          <p:nvPr>
            <p:ph idx="4" type="subTitle"/>
          </p:nvPr>
        </p:nvSpPr>
        <p:spPr>
          <a:xfrm>
            <a:off x="334772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62" name="Google Shape;462;p60"/>
          <p:cNvSpPr txBox="1"/>
          <p:nvPr>
            <p:ph idx="5" type="subTitle"/>
          </p:nvPr>
        </p:nvSpPr>
        <p:spPr>
          <a:xfrm>
            <a:off x="6212275" y="1336150"/>
            <a:ext cx="2455500" cy="7785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63" name="Google Shape;463;p60"/>
          <p:cNvSpPr txBox="1"/>
          <p:nvPr>
            <p:ph idx="6" type="body"/>
          </p:nvPr>
        </p:nvSpPr>
        <p:spPr>
          <a:xfrm>
            <a:off x="6212275" y="2417500"/>
            <a:ext cx="2455500" cy="237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464" name="Shape 464"/>
        <p:cNvGrpSpPr/>
        <p:nvPr/>
      </p:nvGrpSpPr>
      <p:grpSpPr>
        <a:xfrm>
          <a:off x="0" y="0"/>
          <a:ext cx="0" cy="0"/>
          <a:chOff x="0" y="0"/>
          <a:chExt cx="0" cy="0"/>
        </a:xfrm>
      </p:grpSpPr>
      <p:sp>
        <p:nvSpPr>
          <p:cNvPr id="465" name="Google Shape;465;p61"/>
          <p:cNvSpPr txBox="1"/>
          <p:nvPr>
            <p:ph idx="1" type="body"/>
          </p:nvPr>
        </p:nvSpPr>
        <p:spPr>
          <a:xfrm>
            <a:off x="366725" y="1759093"/>
            <a:ext cx="3838500" cy="11385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66" name="Google Shape;466;p61"/>
          <p:cNvSpPr txBox="1"/>
          <p:nvPr>
            <p:ph idx="2" type="body"/>
          </p:nvPr>
        </p:nvSpPr>
        <p:spPr>
          <a:xfrm>
            <a:off x="4938725" y="1759093"/>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67" name="Google Shape;467;p61"/>
          <p:cNvSpPr txBox="1"/>
          <p:nvPr>
            <p:ph idx="3" type="body"/>
          </p:nvPr>
        </p:nvSpPr>
        <p:spPr>
          <a:xfrm>
            <a:off x="366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68" name="Google Shape;468;p61"/>
          <p:cNvSpPr txBox="1"/>
          <p:nvPr>
            <p:ph idx="4" type="body"/>
          </p:nvPr>
        </p:nvSpPr>
        <p:spPr>
          <a:xfrm>
            <a:off x="4938750" y="3648575"/>
            <a:ext cx="3838500" cy="11385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69" name="Google Shape;469;p61"/>
          <p:cNvSpPr txBox="1"/>
          <p:nvPr>
            <p:ph type="title"/>
          </p:nvPr>
        </p:nvSpPr>
        <p:spPr>
          <a:xfrm>
            <a:off x="366750" y="450025"/>
            <a:ext cx="8184600" cy="7581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470" name="Google Shape;470;p61"/>
          <p:cNvSpPr txBox="1"/>
          <p:nvPr>
            <p:ph idx="5" type="subTitle"/>
          </p:nvPr>
        </p:nvSpPr>
        <p:spPr>
          <a:xfrm>
            <a:off x="366763"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71" name="Google Shape;471;p61"/>
          <p:cNvSpPr txBox="1"/>
          <p:nvPr>
            <p:ph idx="6" type="subTitle"/>
          </p:nvPr>
        </p:nvSpPr>
        <p:spPr>
          <a:xfrm>
            <a:off x="4938738" y="1277907"/>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72" name="Google Shape;472;p61"/>
          <p:cNvSpPr txBox="1"/>
          <p:nvPr>
            <p:ph idx="7" type="subTitle"/>
          </p:nvPr>
        </p:nvSpPr>
        <p:spPr>
          <a:xfrm>
            <a:off x="4938761"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473" name="Google Shape;473;p61"/>
          <p:cNvSpPr txBox="1"/>
          <p:nvPr>
            <p:ph idx="8" type="subTitle"/>
          </p:nvPr>
        </p:nvSpPr>
        <p:spPr>
          <a:xfrm>
            <a:off x="366750" y="3167363"/>
            <a:ext cx="3838500" cy="4812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474" name="Shape 474"/>
        <p:cNvGrpSpPr/>
        <p:nvPr/>
      </p:nvGrpSpPr>
      <p:grpSpPr>
        <a:xfrm>
          <a:off x="0" y="0"/>
          <a:ext cx="0" cy="0"/>
          <a:chOff x="0" y="0"/>
          <a:chExt cx="0" cy="0"/>
        </a:xfrm>
      </p:grpSpPr>
      <p:sp>
        <p:nvSpPr>
          <p:cNvPr id="475" name="Google Shape;475;p62"/>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6" name="Google Shape;476;p62"/>
          <p:cNvSpPr/>
          <p:nvPr>
            <p:ph idx="2" type="pic"/>
          </p:nvPr>
        </p:nvSpPr>
        <p:spPr>
          <a:xfrm>
            <a:off x="311700" y="1170425"/>
            <a:ext cx="8520600" cy="3492900"/>
          </a:xfrm>
          <a:prstGeom prst="rect">
            <a:avLst/>
          </a:prstGeom>
          <a:noFill/>
          <a:ln>
            <a:noFill/>
          </a:ln>
        </p:spPr>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477" name="Shape 477"/>
        <p:cNvGrpSpPr/>
        <p:nvPr/>
      </p:nvGrpSpPr>
      <p:grpSpPr>
        <a:xfrm>
          <a:off x="0" y="0"/>
          <a:ext cx="0" cy="0"/>
          <a:chOff x="0" y="0"/>
          <a:chExt cx="0" cy="0"/>
        </a:xfrm>
      </p:grpSpPr>
      <p:sp>
        <p:nvSpPr>
          <p:cNvPr id="478" name="Google Shape;478;p63"/>
          <p:cNvSpPr txBox="1"/>
          <p:nvPr>
            <p:ph idx="1" type="body"/>
          </p:nvPr>
        </p:nvSpPr>
        <p:spPr>
          <a:xfrm>
            <a:off x="311700" y="4080225"/>
            <a:ext cx="4027500" cy="926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79" name="Google Shape;479;p63"/>
          <p:cNvSpPr/>
          <p:nvPr>
            <p:ph idx="2" type="pic"/>
          </p:nvPr>
        </p:nvSpPr>
        <p:spPr>
          <a:xfrm>
            <a:off x="4804825" y="1133300"/>
            <a:ext cx="4027500" cy="2392800"/>
          </a:xfrm>
          <a:prstGeom prst="rect">
            <a:avLst/>
          </a:prstGeom>
          <a:noFill/>
          <a:ln>
            <a:noFill/>
          </a:ln>
        </p:spPr>
      </p:sp>
      <p:sp>
        <p:nvSpPr>
          <p:cNvPr id="480" name="Google Shape;480;p63"/>
          <p:cNvSpPr/>
          <p:nvPr>
            <p:ph idx="3" type="pic"/>
          </p:nvPr>
        </p:nvSpPr>
        <p:spPr>
          <a:xfrm>
            <a:off x="311725" y="1133300"/>
            <a:ext cx="4027500" cy="2392800"/>
          </a:xfrm>
          <a:prstGeom prst="rect">
            <a:avLst/>
          </a:prstGeom>
          <a:noFill/>
          <a:ln>
            <a:noFill/>
          </a:ln>
        </p:spPr>
      </p:sp>
      <p:sp>
        <p:nvSpPr>
          <p:cNvPr id="481" name="Google Shape;481;p63"/>
          <p:cNvSpPr txBox="1"/>
          <p:nvPr>
            <p:ph idx="4" type="body"/>
          </p:nvPr>
        </p:nvSpPr>
        <p:spPr>
          <a:xfrm>
            <a:off x="4804825" y="4080225"/>
            <a:ext cx="4027500" cy="926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82" name="Google Shape;482;p63"/>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83" name="Google Shape;483;p63"/>
          <p:cNvSpPr txBox="1"/>
          <p:nvPr>
            <p:ph idx="5" type="subTitle"/>
          </p:nvPr>
        </p:nvSpPr>
        <p:spPr>
          <a:xfrm>
            <a:off x="3117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84" name="Google Shape;484;p63"/>
          <p:cNvSpPr txBox="1"/>
          <p:nvPr>
            <p:ph idx="6" type="subTitle"/>
          </p:nvPr>
        </p:nvSpPr>
        <p:spPr>
          <a:xfrm>
            <a:off x="4804825" y="3582900"/>
            <a:ext cx="40275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485" name="Shape 485"/>
        <p:cNvGrpSpPr/>
        <p:nvPr/>
      </p:nvGrpSpPr>
      <p:grpSpPr>
        <a:xfrm>
          <a:off x="0" y="0"/>
          <a:ext cx="0" cy="0"/>
          <a:chOff x="0" y="0"/>
          <a:chExt cx="0" cy="0"/>
        </a:xfrm>
      </p:grpSpPr>
      <p:sp>
        <p:nvSpPr>
          <p:cNvPr id="486" name="Google Shape;486;p64"/>
          <p:cNvSpPr txBox="1"/>
          <p:nvPr>
            <p:ph idx="1" type="body"/>
          </p:nvPr>
        </p:nvSpPr>
        <p:spPr>
          <a:xfrm>
            <a:off x="311700" y="3911700"/>
            <a:ext cx="2627100" cy="10185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487" name="Google Shape;487;p64"/>
          <p:cNvSpPr/>
          <p:nvPr>
            <p:ph idx="2" type="pic"/>
          </p:nvPr>
        </p:nvSpPr>
        <p:spPr>
          <a:xfrm>
            <a:off x="6205225" y="1128325"/>
            <a:ext cx="2627100" cy="2273100"/>
          </a:xfrm>
          <a:prstGeom prst="rect">
            <a:avLst/>
          </a:prstGeom>
          <a:noFill/>
          <a:ln>
            <a:noFill/>
          </a:ln>
        </p:spPr>
      </p:sp>
      <p:sp>
        <p:nvSpPr>
          <p:cNvPr id="488" name="Google Shape;488;p64"/>
          <p:cNvSpPr/>
          <p:nvPr>
            <p:ph idx="3" type="pic"/>
          </p:nvPr>
        </p:nvSpPr>
        <p:spPr>
          <a:xfrm>
            <a:off x="311725" y="1128325"/>
            <a:ext cx="2627100" cy="2273100"/>
          </a:xfrm>
          <a:prstGeom prst="rect">
            <a:avLst/>
          </a:prstGeom>
          <a:noFill/>
          <a:ln>
            <a:noFill/>
          </a:ln>
        </p:spPr>
      </p:sp>
      <p:sp>
        <p:nvSpPr>
          <p:cNvPr id="489" name="Google Shape;489;p64"/>
          <p:cNvSpPr txBox="1"/>
          <p:nvPr>
            <p:ph idx="4" type="body"/>
          </p:nvPr>
        </p:nvSpPr>
        <p:spPr>
          <a:xfrm>
            <a:off x="6205225"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90" name="Google Shape;490;p64"/>
          <p:cNvSpPr/>
          <p:nvPr>
            <p:ph idx="5" type="pic"/>
          </p:nvPr>
        </p:nvSpPr>
        <p:spPr>
          <a:xfrm>
            <a:off x="3255250" y="1128325"/>
            <a:ext cx="2627100" cy="2273100"/>
          </a:xfrm>
          <a:prstGeom prst="rect">
            <a:avLst/>
          </a:prstGeom>
          <a:noFill/>
          <a:ln>
            <a:noFill/>
          </a:ln>
        </p:spPr>
      </p:sp>
      <p:sp>
        <p:nvSpPr>
          <p:cNvPr id="491" name="Google Shape;491;p64"/>
          <p:cNvSpPr txBox="1"/>
          <p:nvPr>
            <p:ph idx="6" type="body"/>
          </p:nvPr>
        </p:nvSpPr>
        <p:spPr>
          <a:xfrm>
            <a:off x="3255250" y="3911700"/>
            <a:ext cx="2627100" cy="10185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492" name="Google Shape;492;p64"/>
          <p:cNvSpPr txBox="1"/>
          <p:nvPr>
            <p:ph type="title"/>
          </p:nvPr>
        </p:nvSpPr>
        <p:spPr>
          <a:xfrm>
            <a:off x="311700" y="445025"/>
            <a:ext cx="8520600" cy="5727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93" name="Google Shape;493;p64"/>
          <p:cNvSpPr txBox="1"/>
          <p:nvPr>
            <p:ph idx="7" type="subTitle"/>
          </p:nvPr>
        </p:nvSpPr>
        <p:spPr>
          <a:xfrm>
            <a:off x="3117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94" name="Google Shape;494;p64"/>
          <p:cNvSpPr txBox="1"/>
          <p:nvPr>
            <p:ph idx="8" type="subTitle"/>
          </p:nvPr>
        </p:nvSpPr>
        <p:spPr>
          <a:xfrm>
            <a:off x="6205225"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95" name="Google Shape;495;p64"/>
          <p:cNvSpPr txBox="1"/>
          <p:nvPr>
            <p:ph idx="9" type="subTitle"/>
          </p:nvPr>
        </p:nvSpPr>
        <p:spPr>
          <a:xfrm>
            <a:off x="3255250" y="3430500"/>
            <a:ext cx="2627100" cy="4812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496" name="Shape 496"/>
        <p:cNvGrpSpPr/>
        <p:nvPr/>
      </p:nvGrpSpPr>
      <p:grpSpPr>
        <a:xfrm>
          <a:off x="0" y="0"/>
          <a:ext cx="0" cy="0"/>
          <a:chOff x="0" y="0"/>
          <a:chExt cx="0" cy="0"/>
        </a:xfrm>
      </p:grpSpPr>
      <p:sp>
        <p:nvSpPr>
          <p:cNvPr id="497" name="Google Shape;497;p65"/>
          <p:cNvSpPr/>
          <p:nvPr>
            <p:ph idx="2" type="pic"/>
          </p:nvPr>
        </p:nvSpPr>
        <p:spPr>
          <a:xfrm>
            <a:off x="311700" y="445025"/>
            <a:ext cx="8520600" cy="4218300"/>
          </a:xfrm>
          <a:prstGeom prst="rect">
            <a:avLst/>
          </a:prstGeom>
          <a:noFill/>
          <a:ln>
            <a:noFill/>
          </a:ln>
        </p:spPr>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498" name="Shape 498"/>
        <p:cNvGrpSpPr/>
        <p:nvPr/>
      </p:nvGrpSpPr>
      <p:grpSpPr>
        <a:xfrm>
          <a:off x="0" y="0"/>
          <a:ext cx="0" cy="0"/>
          <a:chOff x="0" y="0"/>
          <a:chExt cx="0" cy="0"/>
        </a:xfrm>
      </p:grpSpPr>
      <p:sp>
        <p:nvSpPr>
          <p:cNvPr id="499" name="Google Shape;499;p66"/>
          <p:cNvSpPr/>
          <p:nvPr>
            <p:ph idx="2" type="pic"/>
          </p:nvPr>
        </p:nvSpPr>
        <p:spPr>
          <a:xfrm>
            <a:off x="3389600" y="118913"/>
            <a:ext cx="1643700" cy="1535100"/>
          </a:xfrm>
          <a:prstGeom prst="rect">
            <a:avLst/>
          </a:prstGeom>
          <a:noFill/>
          <a:ln>
            <a:noFill/>
          </a:ln>
        </p:spPr>
      </p:sp>
      <p:sp>
        <p:nvSpPr>
          <p:cNvPr id="500" name="Google Shape;500;p66"/>
          <p:cNvSpPr/>
          <p:nvPr>
            <p:ph idx="3" type="pic"/>
          </p:nvPr>
        </p:nvSpPr>
        <p:spPr>
          <a:xfrm>
            <a:off x="5195935" y="118913"/>
            <a:ext cx="1643700" cy="1535100"/>
          </a:xfrm>
          <a:prstGeom prst="rect">
            <a:avLst/>
          </a:prstGeom>
          <a:noFill/>
          <a:ln>
            <a:noFill/>
          </a:ln>
        </p:spPr>
      </p:sp>
      <p:sp>
        <p:nvSpPr>
          <p:cNvPr id="501" name="Google Shape;501;p66"/>
          <p:cNvSpPr/>
          <p:nvPr>
            <p:ph idx="4" type="pic"/>
          </p:nvPr>
        </p:nvSpPr>
        <p:spPr>
          <a:xfrm>
            <a:off x="7002270" y="118913"/>
            <a:ext cx="1643700" cy="1535100"/>
          </a:xfrm>
          <a:prstGeom prst="rect">
            <a:avLst/>
          </a:prstGeom>
          <a:noFill/>
          <a:ln>
            <a:noFill/>
          </a:ln>
        </p:spPr>
      </p:sp>
      <p:sp>
        <p:nvSpPr>
          <p:cNvPr id="502" name="Google Shape;502;p66"/>
          <p:cNvSpPr/>
          <p:nvPr>
            <p:ph idx="5" type="pic"/>
          </p:nvPr>
        </p:nvSpPr>
        <p:spPr>
          <a:xfrm>
            <a:off x="3389588" y="1804212"/>
            <a:ext cx="1643700" cy="1535100"/>
          </a:xfrm>
          <a:prstGeom prst="rect">
            <a:avLst/>
          </a:prstGeom>
          <a:noFill/>
          <a:ln>
            <a:noFill/>
          </a:ln>
        </p:spPr>
      </p:sp>
      <p:sp>
        <p:nvSpPr>
          <p:cNvPr id="503" name="Google Shape;503;p66"/>
          <p:cNvSpPr/>
          <p:nvPr>
            <p:ph idx="6" type="pic"/>
          </p:nvPr>
        </p:nvSpPr>
        <p:spPr>
          <a:xfrm>
            <a:off x="5195922" y="1804212"/>
            <a:ext cx="1643700" cy="1535100"/>
          </a:xfrm>
          <a:prstGeom prst="rect">
            <a:avLst/>
          </a:prstGeom>
          <a:noFill/>
          <a:ln>
            <a:noFill/>
          </a:ln>
        </p:spPr>
      </p:sp>
      <p:sp>
        <p:nvSpPr>
          <p:cNvPr id="504" name="Google Shape;504;p66"/>
          <p:cNvSpPr/>
          <p:nvPr>
            <p:ph idx="7" type="pic"/>
          </p:nvPr>
        </p:nvSpPr>
        <p:spPr>
          <a:xfrm>
            <a:off x="7002257" y="1804212"/>
            <a:ext cx="1643700" cy="1535100"/>
          </a:xfrm>
          <a:prstGeom prst="rect">
            <a:avLst/>
          </a:prstGeom>
          <a:noFill/>
          <a:ln>
            <a:noFill/>
          </a:ln>
        </p:spPr>
      </p:sp>
      <p:sp>
        <p:nvSpPr>
          <p:cNvPr id="505" name="Google Shape;505;p66"/>
          <p:cNvSpPr txBox="1"/>
          <p:nvPr>
            <p:ph type="title"/>
          </p:nvPr>
        </p:nvSpPr>
        <p:spPr>
          <a:xfrm>
            <a:off x="351550" y="445025"/>
            <a:ext cx="2596800" cy="1706400"/>
          </a:xfrm>
          <a:prstGeom prst="rect">
            <a:avLst/>
          </a:prstGeom>
        </p:spPr>
        <p:txBody>
          <a:bodyPr anchorCtr="0" anchor="t" bIns="91425" lIns="91425" spcFirstLastPara="1" rIns="91425" wrap="square" tIns="91425">
            <a:spAutoFit/>
          </a:bodyPr>
          <a:lstStyle>
            <a:lvl1pPr lvl="0">
              <a:spcBef>
                <a:spcPts val="0"/>
              </a:spcBef>
              <a:spcAft>
                <a:spcPts val="0"/>
              </a:spcAft>
              <a:buSzPts val="3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06" name="Google Shape;506;p66"/>
          <p:cNvSpPr/>
          <p:nvPr>
            <p:ph idx="8" type="pic"/>
          </p:nvPr>
        </p:nvSpPr>
        <p:spPr>
          <a:xfrm>
            <a:off x="3389588" y="3489487"/>
            <a:ext cx="1643700" cy="1535100"/>
          </a:xfrm>
          <a:prstGeom prst="rect">
            <a:avLst/>
          </a:prstGeom>
          <a:noFill/>
          <a:ln>
            <a:noFill/>
          </a:ln>
        </p:spPr>
      </p:sp>
      <p:sp>
        <p:nvSpPr>
          <p:cNvPr id="507" name="Google Shape;507;p66"/>
          <p:cNvSpPr/>
          <p:nvPr>
            <p:ph idx="9" type="pic"/>
          </p:nvPr>
        </p:nvSpPr>
        <p:spPr>
          <a:xfrm>
            <a:off x="5195922" y="3489487"/>
            <a:ext cx="1643700" cy="1535100"/>
          </a:xfrm>
          <a:prstGeom prst="rect">
            <a:avLst/>
          </a:prstGeom>
          <a:noFill/>
          <a:ln>
            <a:noFill/>
          </a:ln>
        </p:spPr>
      </p:sp>
      <p:sp>
        <p:nvSpPr>
          <p:cNvPr id="508" name="Google Shape;508;p66"/>
          <p:cNvSpPr/>
          <p:nvPr>
            <p:ph idx="13" type="pic"/>
          </p:nvPr>
        </p:nvSpPr>
        <p:spPr>
          <a:xfrm>
            <a:off x="7002257" y="3489487"/>
            <a:ext cx="1643700" cy="15351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40" Type="http://schemas.openxmlformats.org/officeDocument/2006/relationships/slideLayout" Target="../slideLayouts/slideLayout51.xml"/><Relationship Id="rId42" Type="http://schemas.openxmlformats.org/officeDocument/2006/relationships/slideLayout" Target="../slideLayouts/slideLayout53.xml"/><Relationship Id="rId41" Type="http://schemas.openxmlformats.org/officeDocument/2006/relationships/slideLayout" Target="../slideLayouts/slideLayout52.xml"/><Relationship Id="rId44" Type="http://schemas.openxmlformats.org/officeDocument/2006/relationships/slideLayout" Target="../slideLayouts/slideLayout55.xml"/><Relationship Id="rId43" Type="http://schemas.openxmlformats.org/officeDocument/2006/relationships/slideLayout" Target="../slideLayouts/slideLayout54.xml"/><Relationship Id="rId46" Type="http://schemas.openxmlformats.org/officeDocument/2006/relationships/slideLayout" Target="../slideLayouts/slideLayout57.xml"/><Relationship Id="rId45" Type="http://schemas.openxmlformats.org/officeDocument/2006/relationships/slideLayout" Target="../slideLayouts/slideLayout56.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48" Type="http://schemas.openxmlformats.org/officeDocument/2006/relationships/slideLayout" Target="../slideLayouts/slideLayout59.xml"/><Relationship Id="rId47" Type="http://schemas.openxmlformats.org/officeDocument/2006/relationships/slideLayout" Target="../slideLayouts/slideLayout58.xml"/><Relationship Id="rId49" Type="http://schemas.openxmlformats.org/officeDocument/2006/relationships/slideLayout" Target="../slideLayouts/slideLayout6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31" Type="http://schemas.openxmlformats.org/officeDocument/2006/relationships/slideLayout" Target="../slideLayouts/slideLayout42.xml"/><Relationship Id="rId30" Type="http://schemas.openxmlformats.org/officeDocument/2006/relationships/slideLayout" Target="../slideLayouts/slideLayout41.xml"/><Relationship Id="rId33" Type="http://schemas.openxmlformats.org/officeDocument/2006/relationships/slideLayout" Target="../slideLayouts/slideLayout44.xml"/><Relationship Id="rId32" Type="http://schemas.openxmlformats.org/officeDocument/2006/relationships/slideLayout" Target="../slideLayouts/slideLayout43.xml"/><Relationship Id="rId35" Type="http://schemas.openxmlformats.org/officeDocument/2006/relationships/slideLayout" Target="../slideLayouts/slideLayout46.xml"/><Relationship Id="rId34" Type="http://schemas.openxmlformats.org/officeDocument/2006/relationships/slideLayout" Target="../slideLayouts/slideLayout45.xml"/><Relationship Id="rId37" Type="http://schemas.openxmlformats.org/officeDocument/2006/relationships/slideLayout" Target="../slideLayouts/slideLayout48.xml"/><Relationship Id="rId36" Type="http://schemas.openxmlformats.org/officeDocument/2006/relationships/slideLayout" Target="../slideLayouts/slideLayout47.xml"/><Relationship Id="rId39" Type="http://schemas.openxmlformats.org/officeDocument/2006/relationships/slideLayout" Target="../slideLayouts/slideLayout50.xml"/><Relationship Id="rId38" Type="http://schemas.openxmlformats.org/officeDocument/2006/relationships/slideLayout" Target="../slideLayouts/slideLayout49.xml"/><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8" Type="http://schemas.openxmlformats.org/officeDocument/2006/relationships/slideLayout" Target="../slideLayouts/slideLayout39.xml"/><Relationship Id="rId27" Type="http://schemas.openxmlformats.org/officeDocument/2006/relationships/slideLayout" Target="../slideLayouts/slideLayout38.xml"/><Relationship Id="rId29" Type="http://schemas.openxmlformats.org/officeDocument/2006/relationships/slideLayout" Target="../slideLayouts/slideLayout40.xml"/><Relationship Id="rId51" Type="http://schemas.openxmlformats.org/officeDocument/2006/relationships/slideLayout" Target="../slideLayouts/slideLayout62.xml"/><Relationship Id="rId50" Type="http://schemas.openxmlformats.org/officeDocument/2006/relationships/slideLayout" Target="../slideLayouts/slideLayout61.xml"/><Relationship Id="rId53" Type="http://schemas.openxmlformats.org/officeDocument/2006/relationships/slideLayout" Target="../slideLayouts/slideLayout64.xml"/><Relationship Id="rId52" Type="http://schemas.openxmlformats.org/officeDocument/2006/relationships/slideLayout" Target="../slideLayouts/slideLayout63.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54" Type="http://schemas.openxmlformats.org/officeDocument/2006/relationships/theme" Target="../theme/theme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1"/>
        </a:solidFill>
      </p:bgPr>
    </p:bg>
    <p:spTree>
      <p:nvGrpSpPr>
        <p:cNvPr id="50" name="Shape 50"/>
        <p:cNvGrpSpPr/>
        <p:nvPr/>
      </p:nvGrpSpPr>
      <p:grpSpPr>
        <a:xfrm>
          <a:off x="0" y="0"/>
          <a:ext cx="0" cy="0"/>
          <a:chOff x="0" y="0"/>
          <a:chExt cx="0" cy="0"/>
        </a:xfrm>
      </p:grpSpPr>
      <p:sp>
        <p:nvSpPr>
          <p:cNvPr id="51" name="Google Shape;51;p13"/>
          <p:cNvSpPr txBox="1"/>
          <p:nvPr>
            <p:ph idx="1" type="body"/>
          </p:nvPr>
        </p:nvSpPr>
        <p:spPr>
          <a:xfrm>
            <a:off x="361850" y="2004025"/>
            <a:ext cx="5627400" cy="2547300"/>
          </a:xfrm>
          <a:prstGeom prst="rect">
            <a:avLst/>
          </a:prstGeom>
          <a:noFill/>
          <a:ln>
            <a:noFill/>
          </a:ln>
        </p:spPr>
        <p:txBody>
          <a:bodyPr anchorCtr="0" anchor="t" bIns="91425" lIns="91425" spcFirstLastPara="1" rIns="91425" wrap="square" tIns="91425">
            <a:spAutoFit/>
          </a:bodyPr>
          <a:lstStyle>
            <a:lvl1pPr indent="-304800" lvl="0" marL="457200">
              <a:lnSpc>
                <a:spcPct val="115000"/>
              </a:lnSpc>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1pPr>
            <a:lvl2pPr indent="-304800" lvl="1" marL="9144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2pPr>
            <a:lvl3pPr indent="-304800" lvl="2" marL="13716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3pPr>
            <a:lvl4pPr indent="-304800" lvl="3" marL="18288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4pPr>
            <a:lvl5pPr indent="-304800" lvl="4" marL="22860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5pPr>
            <a:lvl6pPr indent="-304800" lvl="5" marL="27432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6pPr>
            <a:lvl7pPr indent="-304800" lvl="6" marL="32004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7pPr>
            <a:lvl8pPr indent="-304800" lvl="7" marL="3657600">
              <a:lnSpc>
                <a:spcPct val="115000"/>
              </a:lnSpc>
              <a:spcBef>
                <a:spcPts val="800"/>
              </a:spcBef>
              <a:spcAft>
                <a:spcPts val="0"/>
              </a:spcAft>
              <a:buClr>
                <a:schemeClr val="lt1"/>
              </a:buClr>
              <a:buSzPts val="1200"/>
              <a:buFont typeface="DM Sans"/>
              <a:buChar char="○"/>
              <a:defRPr sz="1200">
                <a:solidFill>
                  <a:schemeClr val="lt1"/>
                </a:solidFill>
                <a:latin typeface="DM Sans"/>
                <a:ea typeface="DM Sans"/>
                <a:cs typeface="DM Sans"/>
                <a:sym typeface="DM Sans"/>
              </a:defRPr>
            </a:lvl8pPr>
            <a:lvl9pPr indent="-304800" lvl="8" marL="4114800">
              <a:lnSpc>
                <a:spcPct val="115000"/>
              </a:lnSpc>
              <a:spcBef>
                <a:spcPts val="800"/>
              </a:spcBef>
              <a:spcAft>
                <a:spcPts val="800"/>
              </a:spcAft>
              <a:buClr>
                <a:schemeClr val="lt1"/>
              </a:buClr>
              <a:buSzPts val="1200"/>
              <a:buFont typeface="DM Sans"/>
              <a:buChar char="■"/>
              <a:defRPr sz="1200">
                <a:solidFill>
                  <a:schemeClr val="lt1"/>
                </a:solidFill>
                <a:latin typeface="DM Sans"/>
                <a:ea typeface="DM Sans"/>
                <a:cs typeface="DM Sans"/>
                <a:sym typeface="DM Sans"/>
              </a:defRPr>
            </a:lvl9pPr>
          </a:lstStyle>
          <a:p/>
        </p:txBody>
      </p:sp>
      <p:sp>
        <p:nvSpPr>
          <p:cNvPr id="52" name="Google Shape;52;p13"/>
          <p:cNvSpPr txBox="1"/>
          <p:nvPr>
            <p:ph type="title"/>
          </p:nvPr>
        </p:nvSpPr>
        <p:spPr>
          <a:xfrm>
            <a:off x="438150" y="524575"/>
            <a:ext cx="5433000" cy="9036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3000"/>
              <a:buFont typeface="Newsreader"/>
              <a:buNone/>
              <a:defRPr sz="3000">
                <a:solidFill>
                  <a:schemeClr val="lt1"/>
                </a:solidFill>
                <a:latin typeface="Newsreader"/>
                <a:ea typeface="Newsreader"/>
                <a:cs typeface="Newsreader"/>
                <a:sym typeface="Newsreader"/>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3" name="Google Shape;53;p13"/>
          <p:cNvSpPr txBox="1"/>
          <p:nvPr>
            <p:ph idx="2" type="body"/>
          </p:nvPr>
        </p:nvSpPr>
        <p:spPr>
          <a:xfrm>
            <a:off x="4700200" y="1614100"/>
            <a:ext cx="3756600" cy="2547300"/>
          </a:xfrm>
          <a:prstGeom prst="rect">
            <a:avLst/>
          </a:prstGeom>
          <a:noFill/>
          <a:ln>
            <a:noFill/>
          </a:ln>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1pPr>
            <a:lvl2pPr indent="-304800" lvl="1" marL="9144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2pPr>
            <a:lvl3pPr indent="-304800" lvl="2" marL="13716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3pPr>
            <a:lvl4pPr indent="-304800" lvl="3" marL="18288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4pPr>
            <a:lvl5pPr indent="-304800" lvl="4" marL="22860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5pPr>
            <a:lvl6pPr indent="-304800" lvl="5" marL="27432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6pPr>
            <a:lvl7pPr indent="-304800" lvl="6" marL="32004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7pPr>
            <a:lvl8pPr indent="-304800" lvl="7" marL="36576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8pPr>
            <a:lvl9pPr indent="-304800" lvl="8" marL="4114800">
              <a:spcBef>
                <a:spcPts val="0"/>
              </a:spcBef>
              <a:spcAft>
                <a:spcPts val="0"/>
              </a:spcAft>
              <a:buClr>
                <a:schemeClr val="lt1"/>
              </a:buClr>
              <a:buSzPts val="1200"/>
              <a:buFont typeface="DM Sans"/>
              <a:buChar char="■"/>
              <a:defRPr sz="1200">
                <a:solidFill>
                  <a:schemeClr val="lt1"/>
                </a:solidFill>
                <a:latin typeface="DM Sans"/>
                <a:ea typeface="DM Sans"/>
                <a:cs typeface="DM Sans"/>
                <a:sym typeface="DM Sans"/>
              </a:defRPr>
            </a:lvl9pPr>
          </a:lstStyle>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 id="2147483705" r:id="rId47"/>
    <p:sldLayoutId id="2147483706" r:id="rId48"/>
    <p:sldLayoutId id="2147483707" r:id="rId49"/>
    <p:sldLayoutId id="2147483708" r:id="rId50"/>
    <p:sldLayoutId id="2147483709" r:id="rId51"/>
    <p:sldLayoutId id="2147483710" r:id="rId52"/>
    <p:sldLayoutId id="2147483711" r:id="rId5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529">
          <p15:clr>
            <a:srgbClr val="E46962"/>
          </p15:clr>
        </p15:guide>
        <p15:guide id="2" orient="horz" pos="233">
          <p15:clr>
            <a:srgbClr val="E46962"/>
          </p15:clr>
        </p15:guide>
        <p15:guide id="3" orient="horz" pos="3011">
          <p15:clr>
            <a:srgbClr val="E46962"/>
          </p15:clr>
        </p15:guide>
        <p15:guide id="4" pos="2850">
          <p15:clr>
            <a:srgbClr val="E46962"/>
          </p15:clr>
        </p15:guide>
        <p15:guide id="5" pos="2910">
          <p15:clr>
            <a:srgbClr val="E46962"/>
          </p15:clr>
        </p15:guide>
        <p15:guide id="6" pos="1468">
          <p15:clr>
            <a:srgbClr val="E46962"/>
          </p15:clr>
        </p15:guide>
        <p15:guide id="7" pos="1527">
          <p15:clr>
            <a:srgbClr val="E46962"/>
          </p15:clr>
        </p15:guide>
        <p15:guide id="8" pos="4226">
          <p15:clr>
            <a:srgbClr val="E46962"/>
          </p15:clr>
        </p15:guide>
        <p15:guide id="9" pos="4285">
          <p15:clr>
            <a:srgbClr val="E46962"/>
          </p15:clr>
        </p15:guide>
        <p15:guide id="10" pos="3773">
          <p15:clr>
            <a:srgbClr val="E46962"/>
          </p15:clr>
        </p15:guide>
        <p15:guide id="11" pos="3830">
          <p15:clr>
            <a:srgbClr val="E46962"/>
          </p15:clr>
        </p15:guide>
        <p15:guide id="12" pos="1930">
          <p15:clr>
            <a:srgbClr val="E46962"/>
          </p15:clr>
        </p15:guide>
        <p15:guide id="13" pos="1987">
          <p15:clr>
            <a:srgbClr val="E46962"/>
          </p15:clr>
        </p15:guide>
        <p15:guide id="14" orient="horz" pos="2867">
          <p15:clr>
            <a:srgbClr val="E46962"/>
          </p15:clr>
        </p15:guide>
        <p15:guide id="15" orient="horz" pos="1135">
          <p15:clr>
            <a:srgbClr val="E46962"/>
          </p15:clr>
        </p15:guide>
        <p15:guide id="16" orient="horz" pos="1194">
          <p15:clr>
            <a:srgbClr val="E46962"/>
          </p15:clr>
        </p15:guide>
        <p15:guide id="17" orient="horz" pos="2043">
          <p15:clr>
            <a:srgbClr val="E46962"/>
          </p15:clr>
        </p15:guide>
        <p15:guide id="18" orient="horz" pos="2103">
          <p15:clr>
            <a:srgbClr val="E46962"/>
          </p15:clr>
        </p15:guide>
        <p15:guide id="19" pos="228">
          <p15:clr>
            <a:srgbClr val="E46962"/>
          </p15:clr>
        </p15:guide>
        <p15:guide id="20" orient="horz" pos="672">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hyperlink" Target="mailto:rui2.zhang@torontomu.ca"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xml"/><Relationship Id="rId3"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2.gif"/><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xml"/><Relationship Id="rId3"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6.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512" name="Shape 512"/>
        <p:cNvGrpSpPr/>
        <p:nvPr/>
      </p:nvGrpSpPr>
      <p:grpSpPr>
        <a:xfrm>
          <a:off x="0" y="0"/>
          <a:ext cx="0" cy="0"/>
          <a:chOff x="0" y="0"/>
          <a:chExt cx="0" cy="0"/>
        </a:xfrm>
      </p:grpSpPr>
      <p:pic>
        <p:nvPicPr>
          <p:cNvPr id="513" name="Google Shape;513;p67"/>
          <p:cNvPicPr preferRelativeResize="0"/>
          <p:nvPr/>
        </p:nvPicPr>
        <p:blipFill rotWithShape="1">
          <a:blip r:embed="rId3">
            <a:alphaModFix/>
          </a:blip>
          <a:srcRect b="0" l="9408" r="39899" t="0"/>
          <a:stretch/>
        </p:blipFill>
        <p:spPr>
          <a:xfrm>
            <a:off x="4587725" y="-8750"/>
            <a:ext cx="4572001" cy="5148074"/>
          </a:xfrm>
          <a:prstGeom prst="rect">
            <a:avLst/>
          </a:prstGeom>
          <a:noFill/>
          <a:ln>
            <a:noFill/>
          </a:ln>
        </p:spPr>
      </p:pic>
      <p:sp>
        <p:nvSpPr>
          <p:cNvPr id="514" name="Google Shape;514;p67"/>
          <p:cNvSpPr txBox="1"/>
          <p:nvPr>
            <p:ph type="title"/>
          </p:nvPr>
        </p:nvSpPr>
        <p:spPr>
          <a:xfrm>
            <a:off x="361975" y="923525"/>
            <a:ext cx="3860100" cy="1218900"/>
          </a:xfrm>
          <a:prstGeom prst="rect">
            <a:avLst/>
          </a:prstGeom>
        </p:spPr>
        <p:txBody>
          <a:bodyPr anchorCtr="0" anchor="t" bIns="91425" lIns="91425" spcFirstLastPara="1" rIns="91425" wrap="square" tIns="91425">
            <a:noAutofit/>
          </a:bodyPr>
          <a:lstStyle/>
          <a:p>
            <a:pPr indent="0" lvl="0" marL="0" rtl="0" algn="l">
              <a:lnSpc>
                <a:spcPct val="70000"/>
              </a:lnSpc>
              <a:spcBef>
                <a:spcPts val="0"/>
              </a:spcBef>
              <a:spcAft>
                <a:spcPts val="0"/>
              </a:spcAft>
              <a:buNone/>
            </a:pPr>
            <a:r>
              <a:rPr b="1" lang="en" sz="6400">
                <a:latin typeface="Afacad Flux"/>
                <a:ea typeface="Afacad Flux"/>
                <a:cs typeface="Afacad Flux"/>
                <a:sym typeface="Afacad Flux"/>
              </a:rPr>
              <a:t>Summer Camp Database</a:t>
            </a:r>
            <a:endParaRPr/>
          </a:p>
        </p:txBody>
      </p:sp>
      <p:sp>
        <p:nvSpPr>
          <p:cNvPr id="515" name="Google Shape;515;p67"/>
          <p:cNvSpPr txBox="1"/>
          <p:nvPr>
            <p:ph idx="1" type="subTitle"/>
          </p:nvPr>
        </p:nvSpPr>
        <p:spPr>
          <a:xfrm>
            <a:off x="361975" y="255533"/>
            <a:ext cx="3860100" cy="3774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n" sz="1200"/>
              <a:t>CCPS510</a:t>
            </a:r>
            <a:endParaRPr sz="1200"/>
          </a:p>
          <a:p>
            <a:pPr indent="0" lvl="0" marL="0" rtl="0" algn="ctr">
              <a:spcBef>
                <a:spcPts val="0"/>
              </a:spcBef>
              <a:spcAft>
                <a:spcPts val="0"/>
              </a:spcAft>
              <a:buNone/>
            </a:pPr>
            <a:r>
              <a:rPr lang="en" sz="1200"/>
              <a:t>Final Presentation</a:t>
            </a:r>
            <a:endParaRPr sz="1200"/>
          </a:p>
        </p:txBody>
      </p:sp>
      <p:sp>
        <p:nvSpPr>
          <p:cNvPr id="516" name="Google Shape;516;p67"/>
          <p:cNvSpPr txBox="1"/>
          <p:nvPr>
            <p:ph idx="3" type="body"/>
          </p:nvPr>
        </p:nvSpPr>
        <p:spPr>
          <a:xfrm>
            <a:off x="547575" y="3337797"/>
            <a:ext cx="3492600" cy="1327500"/>
          </a:xfrm>
          <a:prstGeom prst="rect">
            <a:avLst/>
          </a:prstGeom>
        </p:spPr>
        <p:txBody>
          <a:bodyPr anchorCtr="0" anchor="b" bIns="91425" lIns="91425" spcFirstLastPara="1" rIns="91425" wrap="square" tIns="91425">
            <a:noAutofit/>
          </a:bodyPr>
          <a:lstStyle/>
          <a:p>
            <a:pPr indent="0" lvl="0" marL="0" rtl="0" algn="l">
              <a:lnSpc>
                <a:spcPct val="70000"/>
              </a:lnSpc>
              <a:spcBef>
                <a:spcPts val="0"/>
              </a:spcBef>
              <a:spcAft>
                <a:spcPts val="0"/>
              </a:spcAft>
              <a:buNone/>
            </a:pPr>
            <a:r>
              <a:rPr lang="en" sz="2200">
                <a:latin typeface="Afacad Flux"/>
                <a:ea typeface="Afacad Flux"/>
                <a:cs typeface="Afacad Flux"/>
                <a:sym typeface="Afacad Flux"/>
              </a:rPr>
              <a:t>Johnathan Spinelli - jspinelli</a:t>
            </a:r>
            <a:endParaRPr sz="2200">
              <a:latin typeface="Afacad Flux"/>
              <a:ea typeface="Afacad Flux"/>
              <a:cs typeface="Afacad Flux"/>
              <a:sym typeface="Afacad Flux"/>
            </a:endParaRPr>
          </a:p>
          <a:p>
            <a:pPr indent="0" lvl="0" marL="0" rtl="0" algn="l">
              <a:lnSpc>
                <a:spcPct val="70000"/>
              </a:lnSpc>
              <a:spcBef>
                <a:spcPts val="0"/>
              </a:spcBef>
              <a:spcAft>
                <a:spcPts val="0"/>
              </a:spcAft>
              <a:buNone/>
            </a:pPr>
            <a:r>
              <a:rPr lang="en" sz="2200">
                <a:latin typeface="Afacad Flux"/>
                <a:ea typeface="Afacad Flux"/>
                <a:cs typeface="Afacad Flux"/>
                <a:sym typeface="Afacad Flux"/>
              </a:rPr>
              <a:t>Rui Zhang - </a:t>
            </a:r>
            <a:r>
              <a:rPr lang="en" sz="2200">
                <a:uFill>
                  <a:noFill/>
                </a:uFill>
                <a:latin typeface="Afacad Flux"/>
                <a:ea typeface="Afacad Flux"/>
                <a:cs typeface="Afacad Flux"/>
                <a:sym typeface="Afacad Flux"/>
                <a:hlinkClick r:id="rId4"/>
              </a:rPr>
              <a:t>rui2.zhang</a:t>
            </a:r>
            <a:endParaRPr sz="2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520" name="Shape 520"/>
        <p:cNvGrpSpPr/>
        <p:nvPr/>
      </p:nvGrpSpPr>
      <p:grpSpPr>
        <a:xfrm>
          <a:off x="0" y="0"/>
          <a:ext cx="0" cy="0"/>
          <a:chOff x="0" y="0"/>
          <a:chExt cx="0" cy="0"/>
        </a:xfrm>
      </p:grpSpPr>
      <p:pic>
        <p:nvPicPr>
          <p:cNvPr id="521" name="Google Shape;521;p68"/>
          <p:cNvPicPr preferRelativeResize="0"/>
          <p:nvPr/>
        </p:nvPicPr>
        <p:blipFill>
          <a:blip r:embed="rId3">
            <a:alphaModFix/>
          </a:blip>
          <a:stretch>
            <a:fillRect/>
          </a:stretch>
        </p:blipFill>
        <p:spPr>
          <a:xfrm rot="-706964">
            <a:off x="5431324" y="-2078324"/>
            <a:ext cx="5143501" cy="5143501"/>
          </a:xfrm>
          <a:prstGeom prst="rect">
            <a:avLst/>
          </a:prstGeom>
          <a:noFill/>
          <a:ln>
            <a:noFill/>
          </a:ln>
        </p:spPr>
      </p:pic>
      <p:sp>
        <p:nvSpPr>
          <p:cNvPr id="522" name="Google Shape;522;p68"/>
          <p:cNvSpPr txBox="1"/>
          <p:nvPr>
            <p:ph type="title"/>
          </p:nvPr>
        </p:nvSpPr>
        <p:spPr>
          <a:xfrm>
            <a:off x="361975" y="1325950"/>
            <a:ext cx="7998300" cy="3225300"/>
          </a:xfrm>
          <a:prstGeom prst="rect">
            <a:avLst/>
          </a:prstGeom>
        </p:spPr>
        <p:txBody>
          <a:bodyPr anchorCtr="0" anchor="t" bIns="0" lIns="0" spcFirstLastPara="1" rIns="0" wrap="square" tIns="0">
            <a:noAutofit/>
          </a:bodyPr>
          <a:lstStyle/>
          <a:p>
            <a:pPr indent="-320675" lvl="0" marL="457200" rtl="0" algn="l">
              <a:lnSpc>
                <a:spcPct val="115000"/>
              </a:lnSpc>
              <a:spcBef>
                <a:spcPts val="0"/>
              </a:spcBef>
              <a:spcAft>
                <a:spcPts val="0"/>
              </a:spcAft>
              <a:buClr>
                <a:schemeClr val="dk1"/>
              </a:buClr>
              <a:buSzPts val="1450"/>
              <a:buChar char="●"/>
            </a:pPr>
            <a:r>
              <a:rPr lang="en" sz="1450"/>
              <a:t>Children attend summer camps to spend time outdoors, develop new skills and make new friends</a:t>
            </a:r>
            <a:endParaRPr sz="1450"/>
          </a:p>
          <a:p>
            <a:pPr indent="-320675" lvl="0" marL="457200" rtl="0" algn="l">
              <a:lnSpc>
                <a:spcPct val="115000"/>
              </a:lnSpc>
              <a:spcBef>
                <a:spcPts val="0"/>
              </a:spcBef>
              <a:spcAft>
                <a:spcPts val="0"/>
              </a:spcAft>
              <a:buClr>
                <a:schemeClr val="dk1"/>
              </a:buClr>
              <a:buSzPts val="1450"/>
              <a:buChar char="●"/>
            </a:pPr>
            <a:r>
              <a:rPr lang="en" sz="1450"/>
              <a:t>These summer camps often have a lot of planning in order to make things run smoothly, as there is a lot of responsibility placed on the coordinators watching over a large group of children in the wilderness. </a:t>
            </a:r>
            <a:endParaRPr sz="1450"/>
          </a:p>
          <a:p>
            <a:pPr indent="-320675" lvl="0" marL="457200" rtl="0" algn="l">
              <a:lnSpc>
                <a:spcPct val="115000"/>
              </a:lnSpc>
              <a:spcBef>
                <a:spcPts val="0"/>
              </a:spcBef>
              <a:spcAft>
                <a:spcPts val="0"/>
              </a:spcAft>
              <a:buClr>
                <a:schemeClr val="dk1"/>
              </a:buClr>
              <a:buSzPts val="1450"/>
              <a:buChar char="●"/>
            </a:pPr>
            <a:r>
              <a:rPr lang="en" sz="1450"/>
              <a:t>Activities for campers to sign up for, allowing them to customize their own camp experience </a:t>
            </a:r>
            <a:endParaRPr sz="1450"/>
          </a:p>
          <a:p>
            <a:pPr indent="-320675" lvl="0" marL="457200" rtl="0" algn="l">
              <a:lnSpc>
                <a:spcPct val="115000"/>
              </a:lnSpc>
              <a:spcBef>
                <a:spcPts val="0"/>
              </a:spcBef>
              <a:spcAft>
                <a:spcPts val="0"/>
              </a:spcAft>
              <a:buClr>
                <a:schemeClr val="dk1"/>
              </a:buClr>
              <a:buSzPts val="1450"/>
              <a:buChar char="●"/>
            </a:pPr>
            <a:r>
              <a:rPr lang="en" sz="1450"/>
              <a:t>Parents/Guardians may want to check in on their children throughout the week</a:t>
            </a:r>
            <a:endParaRPr sz="1450"/>
          </a:p>
          <a:p>
            <a:pPr indent="-320675" lvl="0" marL="457200" rtl="0" algn="l">
              <a:lnSpc>
                <a:spcPct val="115000"/>
              </a:lnSpc>
              <a:spcBef>
                <a:spcPts val="0"/>
              </a:spcBef>
              <a:spcAft>
                <a:spcPts val="0"/>
              </a:spcAft>
              <a:buClr>
                <a:schemeClr val="dk1"/>
              </a:buClr>
              <a:buSzPts val="1450"/>
              <a:buChar char="●"/>
            </a:pPr>
            <a:r>
              <a:rPr lang="en" sz="1450"/>
              <a:t>Campers earn badges for learning or displaying a skill during an activity, such as fire starting</a:t>
            </a:r>
            <a:endParaRPr sz="1450"/>
          </a:p>
          <a:p>
            <a:pPr indent="-320675" lvl="0" marL="457200" rtl="0" algn="l">
              <a:lnSpc>
                <a:spcPct val="115000"/>
              </a:lnSpc>
              <a:spcBef>
                <a:spcPts val="0"/>
              </a:spcBef>
              <a:spcAft>
                <a:spcPts val="0"/>
              </a:spcAft>
              <a:buClr>
                <a:schemeClr val="dk1"/>
              </a:buClr>
              <a:buSzPts val="1450"/>
              <a:buChar char="●"/>
            </a:pPr>
            <a:r>
              <a:rPr lang="en" sz="1450"/>
              <a:t>The database solution will provide structure to the camp organizers, allowing for recording participant information and planning events held throughout the duration of the camp.</a:t>
            </a:r>
            <a:endParaRPr sz="1450"/>
          </a:p>
        </p:txBody>
      </p:sp>
      <p:sp>
        <p:nvSpPr>
          <p:cNvPr id="523" name="Google Shape;523;p68"/>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Topic Overview</a:t>
            </a:r>
            <a:endParaRPr i="1">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0D5CD"/>
        </a:solidFill>
      </p:bgPr>
    </p:bg>
    <p:spTree>
      <p:nvGrpSpPr>
        <p:cNvPr id="527" name="Shape 527"/>
        <p:cNvGrpSpPr/>
        <p:nvPr/>
      </p:nvGrpSpPr>
      <p:grpSpPr>
        <a:xfrm>
          <a:off x="0" y="0"/>
          <a:ext cx="0" cy="0"/>
          <a:chOff x="0" y="0"/>
          <a:chExt cx="0" cy="0"/>
        </a:xfrm>
      </p:grpSpPr>
      <p:sp>
        <p:nvSpPr>
          <p:cNvPr id="528" name="Google Shape;528;p69"/>
          <p:cNvSpPr txBox="1"/>
          <p:nvPr>
            <p:ph idx="12" type="sldNum"/>
          </p:nvPr>
        </p:nvSpPr>
        <p:spPr>
          <a:xfrm>
            <a:off x="8227975" y="217725"/>
            <a:ext cx="548700" cy="234000"/>
          </a:xfrm>
          <a:prstGeom prst="rect">
            <a:avLst/>
          </a:prstGeom>
        </p:spPr>
        <p:txBody>
          <a:bodyPr anchorCtr="0" anchor="ctr" bIns="91425" lIns="0" spcFirstLastPara="1" rIns="0"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529" name="Google Shape;529;p69"/>
          <p:cNvSpPr txBox="1"/>
          <p:nvPr>
            <p:ph type="title"/>
          </p:nvPr>
        </p:nvSpPr>
        <p:spPr>
          <a:xfrm>
            <a:off x="321325" y="1149050"/>
            <a:ext cx="7576500" cy="3225300"/>
          </a:xfrm>
          <a:prstGeom prst="rect">
            <a:avLst/>
          </a:prstGeom>
        </p:spPr>
        <p:txBody>
          <a:bodyPr anchorCtr="0" anchor="t" bIns="0" lIns="0" spcFirstLastPara="1" rIns="0" wrap="square" tIns="0">
            <a:noAutofit/>
          </a:bodyPr>
          <a:lstStyle/>
          <a:p>
            <a:pPr indent="-320675" lvl="0" marL="457200" rtl="0" algn="l">
              <a:lnSpc>
                <a:spcPct val="115000"/>
              </a:lnSpc>
              <a:spcBef>
                <a:spcPts val="0"/>
              </a:spcBef>
              <a:spcAft>
                <a:spcPts val="0"/>
              </a:spcAft>
              <a:buClr>
                <a:schemeClr val="lt1"/>
              </a:buClr>
              <a:buSzPts val="1450"/>
              <a:buChar char="●"/>
            </a:pPr>
            <a:r>
              <a:rPr lang="en" sz="1450">
                <a:solidFill>
                  <a:schemeClr val="lt1"/>
                </a:solidFill>
              </a:rPr>
              <a:t>Database will contain records for each of the campers and </a:t>
            </a:r>
            <a:r>
              <a:rPr lang="en" sz="1450">
                <a:solidFill>
                  <a:schemeClr val="lt1"/>
                </a:solidFill>
              </a:rPr>
              <a:t>counsellor</a:t>
            </a:r>
            <a:r>
              <a:rPr lang="en" sz="1450">
                <a:solidFill>
                  <a:schemeClr val="lt1"/>
                </a:solidFill>
              </a:rPr>
              <a:t>s </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Activity table </a:t>
            </a:r>
            <a:r>
              <a:rPr lang="en" sz="1450">
                <a:solidFill>
                  <a:schemeClr val="lt1"/>
                </a:solidFill>
              </a:rPr>
              <a:t>containing</a:t>
            </a:r>
            <a:r>
              <a:rPr lang="en" sz="1450">
                <a:solidFill>
                  <a:schemeClr val="lt1"/>
                </a:solidFill>
              </a:rPr>
              <a:t> a list of all possible activities that can take place at the camp</a:t>
            </a:r>
            <a:endParaRPr sz="1450">
              <a:solidFill>
                <a:schemeClr val="lt1"/>
              </a:solidFill>
            </a:endParaRPr>
          </a:p>
          <a:p>
            <a:pPr indent="-320675" lvl="1" marL="914400" rtl="0" algn="l">
              <a:lnSpc>
                <a:spcPct val="115000"/>
              </a:lnSpc>
              <a:spcBef>
                <a:spcPts val="0"/>
              </a:spcBef>
              <a:spcAft>
                <a:spcPts val="0"/>
              </a:spcAft>
              <a:buClr>
                <a:schemeClr val="lt1"/>
              </a:buClr>
              <a:buSzPts val="1450"/>
              <a:buFont typeface="Newsreader"/>
              <a:buChar char="○"/>
            </a:pPr>
            <a:r>
              <a:rPr lang="en" sz="1450">
                <a:solidFill>
                  <a:schemeClr val="lt1"/>
                </a:solidFill>
                <a:latin typeface="Newsreader"/>
                <a:ea typeface="Newsreader"/>
                <a:cs typeface="Newsreader"/>
                <a:sym typeface="Newsreader"/>
              </a:rPr>
              <a:t>hiking, kayaking, soccer, etc.</a:t>
            </a:r>
            <a:endParaRPr sz="1450">
              <a:solidFill>
                <a:schemeClr val="lt1"/>
              </a:solidFill>
              <a:latin typeface="Newsreader"/>
              <a:ea typeface="Newsreader"/>
              <a:cs typeface="Newsreader"/>
              <a:sym typeface="Newsreader"/>
            </a:endParaRPr>
          </a:p>
          <a:p>
            <a:pPr indent="-320675" lvl="0" marL="457200" rtl="0" algn="l">
              <a:lnSpc>
                <a:spcPct val="115000"/>
              </a:lnSpc>
              <a:spcBef>
                <a:spcPts val="0"/>
              </a:spcBef>
              <a:spcAft>
                <a:spcPts val="0"/>
              </a:spcAft>
              <a:buClr>
                <a:schemeClr val="lt1"/>
              </a:buClr>
              <a:buSzPts val="1450"/>
              <a:buFont typeface="Newsreader"/>
              <a:buChar char="●"/>
            </a:pPr>
            <a:r>
              <a:rPr lang="en" sz="1450">
                <a:solidFill>
                  <a:schemeClr val="lt1"/>
                </a:solidFill>
              </a:rPr>
              <a:t>Event table contains the scheduling for where and when the activity will take place, which </a:t>
            </a:r>
            <a:r>
              <a:rPr lang="en" sz="1450">
                <a:solidFill>
                  <a:schemeClr val="lt1"/>
                </a:solidFill>
              </a:rPr>
              <a:t>counsellor</a:t>
            </a:r>
            <a:r>
              <a:rPr lang="en" sz="1450">
                <a:solidFill>
                  <a:schemeClr val="lt1"/>
                </a:solidFill>
              </a:rPr>
              <a:t> is leading the event</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Parents will be able to sign their campers up for events in advance</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Activities may have an associated badge for campers to earn</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Parents can track their child’s progress through their badge collection table</a:t>
            </a:r>
            <a:endParaRPr sz="1450">
              <a:solidFill>
                <a:schemeClr val="lt1"/>
              </a:solidFill>
            </a:endParaRPr>
          </a:p>
          <a:p>
            <a:pPr indent="0" lvl="0" marL="0" rtl="0" algn="l">
              <a:lnSpc>
                <a:spcPct val="115000"/>
              </a:lnSpc>
              <a:spcBef>
                <a:spcPts val="0"/>
              </a:spcBef>
              <a:spcAft>
                <a:spcPts val="0"/>
              </a:spcAft>
              <a:buNone/>
            </a:pPr>
            <a:r>
              <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Parents would use a website to manage their child’s camp experience</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Admin staff have full access to database, planning activities and events</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counsellor</a:t>
            </a:r>
            <a:r>
              <a:rPr lang="en" sz="1450">
                <a:solidFill>
                  <a:schemeClr val="lt1"/>
                </a:solidFill>
              </a:rPr>
              <a:t>s can see registration for their events and emergency contact info for campers</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Application to update a camper’s badge collection based on completed events</a:t>
            </a:r>
            <a:endParaRPr sz="1450">
              <a:solidFill>
                <a:schemeClr val="lt1"/>
              </a:solidFill>
            </a:endParaRPr>
          </a:p>
        </p:txBody>
      </p:sp>
      <p:sp>
        <p:nvSpPr>
          <p:cNvPr id="530" name="Google Shape;530;p69"/>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Database Solution</a:t>
            </a:r>
            <a:endParaRPr i="1"/>
          </a:p>
        </p:txBody>
      </p:sp>
      <p:pic>
        <p:nvPicPr>
          <p:cNvPr id="531" name="Google Shape;531;p69"/>
          <p:cNvPicPr preferRelativeResize="0"/>
          <p:nvPr/>
        </p:nvPicPr>
        <p:blipFill>
          <a:blip r:embed="rId3">
            <a:alphaModFix/>
          </a:blip>
          <a:stretch>
            <a:fillRect/>
          </a:stretch>
        </p:blipFill>
        <p:spPr>
          <a:xfrm>
            <a:off x="7599775" y="2019100"/>
            <a:ext cx="2267499" cy="2267499"/>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975" y="217725"/>
            <a:ext cx="548700" cy="234000"/>
          </a:xfrm>
          <a:prstGeom prst="rect">
            <a:avLst/>
          </a:prstGeom>
        </p:spPr>
        <p:txBody>
          <a:bodyPr anchorCtr="0" anchor="ctr" bIns="91425" lIns="0" spcFirstLastPara="1" rIns="0"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537" name="Google Shape;537;p70"/>
          <p:cNvSpPr txBox="1"/>
          <p:nvPr>
            <p:ph type="title"/>
          </p:nvPr>
        </p:nvSpPr>
        <p:spPr>
          <a:xfrm>
            <a:off x="321325" y="1149050"/>
            <a:ext cx="8038500" cy="3630900"/>
          </a:xfrm>
          <a:prstGeom prst="rect">
            <a:avLst/>
          </a:prstGeom>
        </p:spPr>
        <p:txBody>
          <a:bodyPr anchorCtr="0" anchor="t" bIns="0" lIns="0" spcFirstLastPara="1" rIns="0" wrap="square" tIns="0">
            <a:noAutofit/>
          </a:bodyPr>
          <a:lstStyle/>
          <a:p>
            <a:pPr indent="-320675" lvl="0" marL="457200" rtl="0" algn="l">
              <a:lnSpc>
                <a:spcPct val="115000"/>
              </a:lnSpc>
              <a:spcBef>
                <a:spcPts val="0"/>
              </a:spcBef>
              <a:spcAft>
                <a:spcPts val="0"/>
              </a:spcAft>
              <a:buClr>
                <a:schemeClr val="lt1"/>
              </a:buClr>
              <a:buSzPts val="1450"/>
              <a:buChar char="●"/>
            </a:pPr>
            <a:r>
              <a:rPr lang="en" sz="1450">
                <a:solidFill>
                  <a:schemeClr val="lt1"/>
                </a:solidFill>
              </a:rPr>
              <a:t>Counsellors have exactly one address, and campers have exactly one address, but an address may belong to many counsellors and/or campers. An address cannot exist without an associated counsellor or camper</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u="sng">
                <a:solidFill>
                  <a:schemeClr val="lt1"/>
                </a:solidFill>
              </a:rPr>
              <a:t>A camper has exactly one guardian, and a guardian can belong to multiple campers</a:t>
            </a:r>
            <a:endParaRPr sz="1450" u="sng">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Counsellors can lead many events, and each event has exactly one </a:t>
            </a:r>
            <a:r>
              <a:rPr lang="en" sz="1450">
                <a:solidFill>
                  <a:schemeClr val="lt1"/>
                </a:solidFill>
              </a:rPr>
              <a:t>counsellor</a:t>
            </a:r>
            <a:r>
              <a:rPr lang="en" sz="1450">
                <a:solidFill>
                  <a:schemeClr val="lt1"/>
                </a:solidFill>
              </a:rPr>
              <a:t> leading the event</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u="sng">
                <a:solidFill>
                  <a:schemeClr val="lt1"/>
                </a:solidFill>
              </a:rPr>
              <a:t>An event has one corresponding activity, but an activity may be run for many events</a:t>
            </a:r>
            <a:endParaRPr sz="1450" u="sng">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Each event takes place at a campground location, and a location may be used for many different events</a:t>
            </a:r>
            <a:endParaRPr sz="1450">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u="sng">
                <a:solidFill>
                  <a:schemeClr val="lt1"/>
                </a:solidFill>
              </a:rPr>
              <a:t>An activity may only have one badge associated with it, but a badge may be associated with many activities</a:t>
            </a:r>
            <a:endParaRPr sz="1450" u="sng">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A camper may earn many badges, and a badge may belong to many campers </a:t>
            </a:r>
            <a:endParaRPr sz="1450">
              <a:solidFill>
                <a:schemeClr val="lt1"/>
              </a:solidFill>
            </a:endParaRPr>
          </a:p>
          <a:p>
            <a:pPr indent="-320675" lvl="1" marL="914400" rtl="0" algn="l">
              <a:lnSpc>
                <a:spcPct val="115000"/>
              </a:lnSpc>
              <a:spcBef>
                <a:spcPts val="0"/>
              </a:spcBef>
              <a:spcAft>
                <a:spcPts val="0"/>
              </a:spcAft>
              <a:buClr>
                <a:schemeClr val="lt1"/>
              </a:buClr>
              <a:buSzPts val="1450"/>
              <a:buFont typeface="Newsreader"/>
              <a:buChar char="○"/>
            </a:pPr>
            <a:r>
              <a:rPr lang="en" sz="1450">
                <a:solidFill>
                  <a:schemeClr val="lt1"/>
                </a:solidFill>
                <a:latin typeface="Newsreader"/>
                <a:ea typeface="Newsreader"/>
                <a:cs typeface="Newsreader"/>
                <a:sym typeface="Newsreader"/>
              </a:rPr>
              <a:t>It’s also possible that a rare badge exists that no campers have earned yet</a:t>
            </a:r>
            <a:endParaRPr sz="1450">
              <a:solidFill>
                <a:schemeClr val="lt1"/>
              </a:solidFill>
              <a:latin typeface="Newsreader"/>
              <a:ea typeface="Newsreader"/>
              <a:cs typeface="Newsreader"/>
              <a:sym typeface="Newsreader"/>
            </a:endParaRPr>
          </a:p>
          <a:p>
            <a:pPr indent="-320675" lvl="0" marL="457200" rtl="0" algn="l">
              <a:lnSpc>
                <a:spcPct val="115000"/>
              </a:lnSpc>
              <a:spcBef>
                <a:spcPts val="0"/>
              </a:spcBef>
              <a:spcAft>
                <a:spcPts val="0"/>
              </a:spcAft>
              <a:buClr>
                <a:schemeClr val="lt1"/>
              </a:buClr>
              <a:buSzPts val="1450"/>
              <a:buChar char="●"/>
            </a:pPr>
            <a:r>
              <a:rPr lang="en" sz="1450" u="sng">
                <a:solidFill>
                  <a:schemeClr val="lt1"/>
                </a:solidFill>
              </a:rPr>
              <a:t>A camper can register for many events, and each event can have many campers registered (N:N)</a:t>
            </a:r>
            <a:endParaRPr sz="1450" u="sng">
              <a:solidFill>
                <a:schemeClr val="lt1"/>
              </a:solidFill>
            </a:endParaRPr>
          </a:p>
          <a:p>
            <a:pPr indent="-320675" lvl="0" marL="457200" rtl="0" algn="l">
              <a:lnSpc>
                <a:spcPct val="115000"/>
              </a:lnSpc>
              <a:spcBef>
                <a:spcPts val="0"/>
              </a:spcBef>
              <a:spcAft>
                <a:spcPts val="0"/>
              </a:spcAft>
              <a:buClr>
                <a:schemeClr val="lt1"/>
              </a:buClr>
              <a:buSzPts val="1450"/>
              <a:buChar char="●"/>
            </a:pPr>
            <a:r>
              <a:rPr lang="en" sz="1450">
                <a:solidFill>
                  <a:schemeClr val="lt1"/>
                </a:solidFill>
              </a:rPr>
              <a:t>An activity may have many equipment items, but each item belongs to a single activity</a:t>
            </a:r>
            <a:endParaRPr sz="1450">
              <a:solidFill>
                <a:schemeClr val="lt1"/>
              </a:solidFill>
            </a:endParaRPr>
          </a:p>
        </p:txBody>
      </p:sp>
      <p:sp>
        <p:nvSpPr>
          <p:cNvPr id="538" name="Google Shape;538;p70"/>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Business Rules</a:t>
            </a:r>
            <a:endParaRPr i="1"/>
          </a:p>
        </p:txBody>
      </p:sp>
      <p:pic>
        <p:nvPicPr>
          <p:cNvPr descr="a clipboard with a piece of paper free icon (Provided by Tenor)" id="539" name="Google Shape;539;p70"/>
          <p:cNvPicPr preferRelativeResize="0"/>
          <p:nvPr/>
        </p:nvPicPr>
        <p:blipFill>
          <a:blip r:embed="rId3">
            <a:alphaModFix amt="66000"/>
          </a:blip>
          <a:stretch>
            <a:fillRect/>
          </a:stretch>
        </p:blipFill>
        <p:spPr>
          <a:xfrm rot="-1338046">
            <a:off x="2970992" y="401594"/>
            <a:ext cx="500566" cy="500566"/>
          </a:xfrm>
          <a:prstGeom prst="rect">
            <a:avLst/>
          </a:prstGeom>
          <a:noFill/>
          <a:ln>
            <a:noFill/>
          </a:ln>
        </p:spPr>
      </p:pic>
      <p:pic>
        <p:nvPicPr>
          <p:cNvPr id="540" name="Google Shape;540;p70"/>
          <p:cNvPicPr preferRelativeResize="0"/>
          <p:nvPr/>
        </p:nvPicPr>
        <p:blipFill>
          <a:blip r:embed="rId4">
            <a:alphaModFix/>
          </a:blip>
          <a:stretch>
            <a:fillRect/>
          </a:stretch>
        </p:blipFill>
        <p:spPr>
          <a:xfrm rot="-3485287">
            <a:off x="6705791" y="1653532"/>
            <a:ext cx="4141779" cy="2629703"/>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544" name="Shape 544"/>
        <p:cNvGrpSpPr/>
        <p:nvPr/>
      </p:nvGrpSpPr>
      <p:grpSpPr>
        <a:xfrm>
          <a:off x="0" y="0"/>
          <a:ext cx="0" cy="0"/>
          <a:chOff x="0" y="0"/>
          <a:chExt cx="0" cy="0"/>
        </a:xfrm>
      </p:grpSpPr>
      <p:sp>
        <p:nvSpPr>
          <p:cNvPr id="545" name="Google Shape;545;p71"/>
          <p:cNvSpPr txBox="1"/>
          <p:nvPr>
            <p:ph idx="12" type="sldNum"/>
          </p:nvPr>
        </p:nvSpPr>
        <p:spPr>
          <a:xfrm>
            <a:off x="8227975" y="217725"/>
            <a:ext cx="548700" cy="234000"/>
          </a:xfrm>
          <a:prstGeom prst="rect">
            <a:avLst/>
          </a:prstGeom>
        </p:spPr>
        <p:txBody>
          <a:bodyPr anchorCtr="0" anchor="ctr" bIns="91425" lIns="0" spcFirstLastPara="1" rIns="0"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546" name="Google Shape;546;p71"/>
          <p:cNvSpPr txBox="1"/>
          <p:nvPr>
            <p:ph type="title"/>
          </p:nvPr>
        </p:nvSpPr>
        <p:spPr>
          <a:xfrm>
            <a:off x="4232250" y="1719900"/>
            <a:ext cx="4675800" cy="13995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0"/>
              </a:spcAft>
              <a:buNone/>
            </a:pPr>
            <a:r>
              <a:rPr lang="en" sz="1500">
                <a:solidFill>
                  <a:schemeClr val="lt1"/>
                </a:solidFill>
              </a:rPr>
              <a:t>A single event required a lot of information</a:t>
            </a:r>
            <a:endParaRPr sz="1500">
              <a:solidFill>
                <a:schemeClr val="lt1"/>
              </a:solidFill>
            </a:endParaRPr>
          </a:p>
          <a:p>
            <a:pPr indent="0" lvl="0" marL="0" rtl="0" algn="l">
              <a:lnSpc>
                <a:spcPct val="115000"/>
              </a:lnSpc>
              <a:spcBef>
                <a:spcPts val="0"/>
              </a:spcBef>
              <a:spcAft>
                <a:spcPts val="0"/>
              </a:spcAft>
              <a:buNone/>
            </a:pPr>
            <a:r>
              <a:rPr lang="en" sz="1500">
                <a:solidFill>
                  <a:schemeClr val="lt1"/>
                </a:solidFill>
              </a:rPr>
              <a:t>Broken down into separate tables, which can be used for multiple different activities</a:t>
            </a:r>
            <a:endParaRPr sz="1500">
              <a:solidFill>
                <a:schemeClr val="lt1"/>
              </a:solidFill>
            </a:endParaRPr>
          </a:p>
          <a:p>
            <a:pPr indent="0" lvl="0" marL="0" rtl="0" algn="l">
              <a:lnSpc>
                <a:spcPct val="115000"/>
              </a:lnSpc>
              <a:spcBef>
                <a:spcPts val="0"/>
              </a:spcBef>
              <a:spcAft>
                <a:spcPts val="0"/>
              </a:spcAft>
              <a:buNone/>
            </a:pPr>
            <a:r>
              <a:rPr lang="en" sz="1500">
                <a:solidFill>
                  <a:schemeClr val="lt1"/>
                </a:solidFill>
              </a:rPr>
              <a:t>Same activity can happen multiple times per week</a:t>
            </a:r>
            <a:endParaRPr sz="1500">
              <a:solidFill>
                <a:schemeClr val="lt1"/>
              </a:solidFill>
            </a:endParaRPr>
          </a:p>
          <a:p>
            <a:pPr indent="0" lvl="0" marL="0" rtl="0" algn="l">
              <a:lnSpc>
                <a:spcPct val="115000"/>
              </a:lnSpc>
              <a:spcBef>
                <a:spcPts val="0"/>
              </a:spcBef>
              <a:spcAft>
                <a:spcPts val="0"/>
              </a:spcAft>
              <a:buNone/>
            </a:pPr>
            <a:r>
              <a:rPr lang="en" sz="1500">
                <a:solidFill>
                  <a:schemeClr val="lt1"/>
                </a:solidFill>
              </a:rPr>
              <a:t>Badges are easier to associate with activities and campers</a:t>
            </a:r>
            <a:endParaRPr sz="1500">
              <a:solidFill>
                <a:schemeClr val="lt1"/>
              </a:solidFill>
            </a:endParaRPr>
          </a:p>
        </p:txBody>
      </p:sp>
      <p:sp>
        <p:nvSpPr>
          <p:cNvPr id="547" name="Google Shape;547;p71"/>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Normalization</a:t>
            </a:r>
            <a:endParaRPr i="1"/>
          </a:p>
        </p:txBody>
      </p:sp>
      <p:pic>
        <p:nvPicPr>
          <p:cNvPr id="548" name="Google Shape;548;p71" title="Normalization.drawio (2).png"/>
          <p:cNvPicPr preferRelativeResize="0"/>
          <p:nvPr/>
        </p:nvPicPr>
        <p:blipFill rotWithShape="1">
          <a:blip r:embed="rId3">
            <a:alphaModFix/>
          </a:blip>
          <a:srcRect b="75935" l="0" r="0" t="0"/>
          <a:stretch/>
        </p:blipFill>
        <p:spPr>
          <a:xfrm>
            <a:off x="3063312" y="148975"/>
            <a:ext cx="5705713" cy="1108225"/>
          </a:xfrm>
          <a:prstGeom prst="rect">
            <a:avLst/>
          </a:prstGeom>
          <a:noFill/>
          <a:ln>
            <a:noFill/>
          </a:ln>
        </p:spPr>
      </p:pic>
      <p:pic>
        <p:nvPicPr>
          <p:cNvPr id="549" name="Google Shape;549;p71" title="Normalization.drawio (2).png"/>
          <p:cNvPicPr preferRelativeResize="0"/>
          <p:nvPr/>
        </p:nvPicPr>
        <p:blipFill rotWithShape="1">
          <a:blip r:embed="rId3">
            <a:alphaModFix/>
          </a:blip>
          <a:srcRect b="31439" l="0" r="41269" t="23685"/>
          <a:stretch/>
        </p:blipFill>
        <p:spPr>
          <a:xfrm>
            <a:off x="186175" y="1257200"/>
            <a:ext cx="3769774" cy="2324874"/>
          </a:xfrm>
          <a:prstGeom prst="rect">
            <a:avLst/>
          </a:prstGeom>
          <a:noFill/>
          <a:ln>
            <a:noFill/>
          </a:ln>
        </p:spPr>
      </p:pic>
      <p:pic>
        <p:nvPicPr>
          <p:cNvPr id="550" name="Google Shape;550;p71" title="Normalization.drawio (2).png"/>
          <p:cNvPicPr preferRelativeResize="0"/>
          <p:nvPr/>
        </p:nvPicPr>
        <p:blipFill rotWithShape="1">
          <a:blip r:embed="rId3">
            <a:alphaModFix/>
          </a:blip>
          <a:srcRect b="360" l="0" r="48445" t="67141"/>
          <a:stretch/>
        </p:blipFill>
        <p:spPr>
          <a:xfrm>
            <a:off x="4114400" y="3325400"/>
            <a:ext cx="3309199" cy="1683676"/>
          </a:xfrm>
          <a:prstGeom prst="rect">
            <a:avLst/>
          </a:prstGeom>
          <a:noFill/>
          <a:ln>
            <a:noFill/>
          </a:ln>
        </p:spPr>
      </p:pic>
      <p:pic>
        <p:nvPicPr>
          <p:cNvPr id="551" name="Google Shape;551;p71" title="Normalization.drawio (2).png"/>
          <p:cNvPicPr preferRelativeResize="0"/>
          <p:nvPr/>
        </p:nvPicPr>
        <p:blipFill rotWithShape="1">
          <a:blip r:embed="rId3">
            <a:alphaModFix/>
          </a:blip>
          <a:srcRect b="360" l="59674" r="15309" t="67141"/>
          <a:stretch/>
        </p:blipFill>
        <p:spPr>
          <a:xfrm>
            <a:off x="7423600" y="3325400"/>
            <a:ext cx="1605699" cy="16836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5" name="Shape 555"/>
        <p:cNvGrpSpPr/>
        <p:nvPr/>
      </p:nvGrpSpPr>
      <p:grpSpPr>
        <a:xfrm>
          <a:off x="0" y="0"/>
          <a:ext cx="0" cy="0"/>
          <a:chOff x="0" y="0"/>
          <a:chExt cx="0" cy="0"/>
        </a:xfrm>
      </p:grpSpPr>
      <p:pic>
        <p:nvPicPr>
          <p:cNvPr id="556" name="Google Shape;556;p72" title="Camp ERD.drawio (4).png"/>
          <p:cNvPicPr preferRelativeResize="0"/>
          <p:nvPr/>
        </p:nvPicPr>
        <p:blipFill rotWithShape="1">
          <a:blip r:embed="rId3">
            <a:alphaModFix/>
          </a:blip>
          <a:srcRect b="89" l="0" r="0" t="79"/>
          <a:stretch/>
        </p:blipFill>
        <p:spPr>
          <a:xfrm>
            <a:off x="84112" y="0"/>
            <a:ext cx="8881869" cy="5143502"/>
          </a:xfrm>
          <a:prstGeom prst="rect">
            <a:avLst/>
          </a:prstGeom>
          <a:noFill/>
          <a:ln>
            <a:noFill/>
          </a:ln>
        </p:spPr>
      </p:pic>
      <p:pic>
        <p:nvPicPr>
          <p:cNvPr id="557" name="Google Shape;557;p72"/>
          <p:cNvPicPr preferRelativeResize="0"/>
          <p:nvPr/>
        </p:nvPicPr>
        <p:blipFill>
          <a:blip r:embed="rId4">
            <a:alphaModFix/>
          </a:blip>
          <a:stretch>
            <a:fillRect/>
          </a:stretch>
        </p:blipFill>
        <p:spPr>
          <a:xfrm>
            <a:off x="56085" y="112075"/>
            <a:ext cx="359700" cy="359700"/>
          </a:xfrm>
          <a:prstGeom prst="rect">
            <a:avLst/>
          </a:prstGeom>
          <a:noFill/>
          <a:ln>
            <a:noFill/>
          </a:ln>
        </p:spPr>
      </p:pic>
      <p:pic>
        <p:nvPicPr>
          <p:cNvPr id="558" name="Google Shape;558;p72"/>
          <p:cNvPicPr preferRelativeResize="0"/>
          <p:nvPr/>
        </p:nvPicPr>
        <p:blipFill>
          <a:blip r:embed="rId4">
            <a:alphaModFix/>
          </a:blip>
          <a:stretch>
            <a:fillRect/>
          </a:stretch>
        </p:blipFill>
        <p:spPr>
          <a:xfrm>
            <a:off x="2217734" y="112075"/>
            <a:ext cx="359700" cy="359700"/>
          </a:xfrm>
          <a:prstGeom prst="rect">
            <a:avLst/>
          </a:prstGeom>
          <a:noFill/>
          <a:ln>
            <a:noFill/>
          </a:ln>
        </p:spPr>
      </p:pic>
      <p:pic>
        <p:nvPicPr>
          <p:cNvPr id="559" name="Google Shape;559;p72"/>
          <p:cNvPicPr preferRelativeResize="0"/>
          <p:nvPr/>
        </p:nvPicPr>
        <p:blipFill>
          <a:blip r:embed="rId4">
            <a:alphaModFix/>
          </a:blip>
          <a:stretch>
            <a:fillRect/>
          </a:stretch>
        </p:blipFill>
        <p:spPr>
          <a:xfrm>
            <a:off x="70059" y="3092075"/>
            <a:ext cx="359700" cy="359700"/>
          </a:xfrm>
          <a:prstGeom prst="rect">
            <a:avLst/>
          </a:prstGeom>
          <a:noFill/>
          <a:ln>
            <a:noFill/>
          </a:ln>
        </p:spPr>
      </p:pic>
      <p:pic>
        <p:nvPicPr>
          <p:cNvPr id="560" name="Google Shape;560;p72"/>
          <p:cNvPicPr preferRelativeResize="0"/>
          <p:nvPr/>
        </p:nvPicPr>
        <p:blipFill>
          <a:blip r:embed="rId4">
            <a:alphaModFix/>
          </a:blip>
          <a:stretch>
            <a:fillRect/>
          </a:stretch>
        </p:blipFill>
        <p:spPr>
          <a:xfrm>
            <a:off x="2217741" y="2054050"/>
            <a:ext cx="359700" cy="359700"/>
          </a:xfrm>
          <a:prstGeom prst="rect">
            <a:avLst/>
          </a:prstGeom>
          <a:noFill/>
          <a:ln>
            <a:noFill/>
          </a:ln>
        </p:spPr>
      </p:pic>
      <p:pic>
        <p:nvPicPr>
          <p:cNvPr id="561" name="Google Shape;561;p72"/>
          <p:cNvPicPr preferRelativeResize="0"/>
          <p:nvPr/>
        </p:nvPicPr>
        <p:blipFill>
          <a:blip r:embed="rId4">
            <a:alphaModFix/>
          </a:blip>
          <a:stretch>
            <a:fillRect/>
          </a:stretch>
        </p:blipFill>
        <p:spPr>
          <a:xfrm>
            <a:off x="5194718" y="-90751"/>
            <a:ext cx="359700" cy="359700"/>
          </a:xfrm>
          <a:prstGeom prst="rect">
            <a:avLst/>
          </a:prstGeom>
          <a:noFill/>
          <a:ln>
            <a:noFill/>
          </a:ln>
        </p:spPr>
      </p:pic>
      <p:pic>
        <p:nvPicPr>
          <p:cNvPr id="562" name="Google Shape;562;p72"/>
          <p:cNvPicPr preferRelativeResize="0"/>
          <p:nvPr/>
        </p:nvPicPr>
        <p:blipFill>
          <a:blip r:embed="rId4">
            <a:alphaModFix/>
          </a:blip>
          <a:stretch>
            <a:fillRect/>
          </a:stretch>
        </p:blipFill>
        <p:spPr>
          <a:xfrm>
            <a:off x="7345518" y="1848709"/>
            <a:ext cx="359700" cy="359700"/>
          </a:xfrm>
          <a:prstGeom prst="rect">
            <a:avLst/>
          </a:prstGeom>
          <a:noFill/>
          <a:ln>
            <a:noFill/>
          </a:ln>
        </p:spPr>
      </p:pic>
      <p:pic>
        <p:nvPicPr>
          <p:cNvPr id="563" name="Google Shape;563;p72"/>
          <p:cNvPicPr preferRelativeResize="0"/>
          <p:nvPr/>
        </p:nvPicPr>
        <p:blipFill>
          <a:blip r:embed="rId4">
            <a:alphaModFix/>
          </a:blip>
          <a:stretch>
            <a:fillRect/>
          </a:stretch>
        </p:blipFill>
        <p:spPr>
          <a:xfrm>
            <a:off x="7348493" y="3433099"/>
            <a:ext cx="359700" cy="359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567" name="Shape 567"/>
        <p:cNvGrpSpPr/>
        <p:nvPr/>
      </p:nvGrpSpPr>
      <p:grpSpPr>
        <a:xfrm>
          <a:off x="0" y="0"/>
          <a:ext cx="0" cy="0"/>
          <a:chOff x="0" y="0"/>
          <a:chExt cx="0" cy="0"/>
        </a:xfrm>
      </p:grpSpPr>
      <p:sp>
        <p:nvSpPr>
          <p:cNvPr id="568" name="Google Shape;568;p73"/>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Sample Data - Addresses</a:t>
            </a:r>
            <a:endParaRPr i="1">
              <a:solidFill>
                <a:schemeClr val="dk1"/>
              </a:solidFill>
            </a:endParaRPr>
          </a:p>
        </p:txBody>
      </p:sp>
      <p:grpSp>
        <p:nvGrpSpPr>
          <p:cNvPr id="569" name="Google Shape;569;p73"/>
          <p:cNvGrpSpPr/>
          <p:nvPr/>
        </p:nvGrpSpPr>
        <p:grpSpPr>
          <a:xfrm>
            <a:off x="7467659" y="135259"/>
            <a:ext cx="1450808" cy="1413617"/>
            <a:chOff x="5801317" y="-225444"/>
            <a:chExt cx="2398823" cy="2337330"/>
          </a:xfrm>
        </p:grpSpPr>
        <p:pic>
          <p:nvPicPr>
            <p:cNvPr id="570" name="Google Shape;570;p73"/>
            <p:cNvPicPr preferRelativeResize="0"/>
            <p:nvPr/>
          </p:nvPicPr>
          <p:blipFill>
            <a:blip r:embed="rId3">
              <a:alphaModFix/>
            </a:blip>
            <a:stretch>
              <a:fillRect/>
            </a:stretch>
          </p:blipFill>
          <p:spPr>
            <a:xfrm rot="2384243">
              <a:off x="6561150" y="52401"/>
              <a:ext cx="1361145" cy="1361145"/>
            </a:xfrm>
            <a:prstGeom prst="rect">
              <a:avLst/>
            </a:prstGeom>
            <a:noFill/>
            <a:ln>
              <a:noFill/>
            </a:ln>
          </p:spPr>
        </p:pic>
        <p:pic>
          <p:nvPicPr>
            <p:cNvPr id="571" name="Google Shape;571;p73"/>
            <p:cNvPicPr preferRelativeResize="0"/>
            <p:nvPr/>
          </p:nvPicPr>
          <p:blipFill>
            <a:blip r:embed="rId4">
              <a:alphaModFix/>
            </a:blip>
            <a:stretch>
              <a:fillRect/>
            </a:stretch>
          </p:blipFill>
          <p:spPr>
            <a:xfrm rot="-126994">
              <a:off x="5833067" y="328467"/>
              <a:ext cx="1751669" cy="1751669"/>
            </a:xfrm>
            <a:prstGeom prst="rect">
              <a:avLst/>
            </a:prstGeom>
            <a:noFill/>
            <a:ln>
              <a:noFill/>
            </a:ln>
          </p:spPr>
        </p:pic>
      </p:grpSp>
      <p:pic>
        <p:nvPicPr>
          <p:cNvPr id="572" name="Google Shape;572;p73" title="House.png"/>
          <p:cNvPicPr preferRelativeResize="0"/>
          <p:nvPr/>
        </p:nvPicPr>
        <p:blipFill>
          <a:blip r:embed="rId5">
            <a:alphaModFix/>
          </a:blip>
          <a:stretch>
            <a:fillRect/>
          </a:stretch>
        </p:blipFill>
        <p:spPr>
          <a:xfrm>
            <a:off x="7467650" y="3985325"/>
            <a:ext cx="670225" cy="670225"/>
          </a:xfrm>
          <a:prstGeom prst="rect">
            <a:avLst/>
          </a:prstGeom>
          <a:noFill/>
          <a:ln>
            <a:noFill/>
          </a:ln>
        </p:spPr>
      </p:pic>
      <p:pic>
        <p:nvPicPr>
          <p:cNvPr id="573" name="Google Shape;573;p73" title="House.png"/>
          <p:cNvPicPr preferRelativeResize="0"/>
          <p:nvPr/>
        </p:nvPicPr>
        <p:blipFill>
          <a:blip r:embed="rId5">
            <a:alphaModFix/>
          </a:blip>
          <a:stretch>
            <a:fillRect/>
          </a:stretch>
        </p:blipFill>
        <p:spPr>
          <a:xfrm>
            <a:off x="7467650" y="3002687"/>
            <a:ext cx="670225" cy="670225"/>
          </a:xfrm>
          <a:prstGeom prst="rect">
            <a:avLst/>
          </a:prstGeom>
          <a:noFill/>
          <a:ln>
            <a:noFill/>
          </a:ln>
        </p:spPr>
      </p:pic>
      <p:pic>
        <p:nvPicPr>
          <p:cNvPr id="574" name="Google Shape;574;p73" title="House.png"/>
          <p:cNvPicPr preferRelativeResize="0"/>
          <p:nvPr/>
        </p:nvPicPr>
        <p:blipFill>
          <a:blip r:embed="rId5">
            <a:alphaModFix/>
          </a:blip>
          <a:stretch>
            <a:fillRect/>
          </a:stretch>
        </p:blipFill>
        <p:spPr>
          <a:xfrm>
            <a:off x="8290275" y="3467500"/>
            <a:ext cx="670225" cy="670225"/>
          </a:xfrm>
          <a:prstGeom prst="rect">
            <a:avLst/>
          </a:prstGeom>
          <a:noFill/>
          <a:ln>
            <a:noFill/>
          </a:ln>
        </p:spPr>
      </p:pic>
      <p:sp>
        <p:nvSpPr>
          <p:cNvPr id="575" name="Google Shape;575;p73"/>
          <p:cNvSpPr/>
          <p:nvPr/>
        </p:nvSpPr>
        <p:spPr>
          <a:xfrm>
            <a:off x="487075" y="1277225"/>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screenshot/textbox</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Code defining the table</a:t>
            </a:r>
            <a:endParaRPr>
              <a:latin typeface="DM Sans"/>
              <a:ea typeface="DM Sans"/>
              <a:cs typeface="DM Sans"/>
              <a:sym typeface="DM Sans"/>
            </a:endParaRPr>
          </a:p>
        </p:txBody>
      </p:sp>
      <p:sp>
        <p:nvSpPr>
          <p:cNvPr id="576" name="Google Shape;576;p73"/>
          <p:cNvSpPr/>
          <p:nvPr/>
        </p:nvSpPr>
        <p:spPr>
          <a:xfrm>
            <a:off x="487075" y="3075150"/>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 showing all addresses in database</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SELECT * FROM Address</a:t>
            </a:r>
            <a:endParaRPr>
              <a:latin typeface="DM Sans"/>
              <a:ea typeface="DM Sans"/>
              <a:cs typeface="DM Sans"/>
              <a:sym typeface="DM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580" name="Shape 580"/>
        <p:cNvGrpSpPr/>
        <p:nvPr/>
      </p:nvGrpSpPr>
      <p:grpSpPr>
        <a:xfrm>
          <a:off x="0" y="0"/>
          <a:ext cx="0" cy="0"/>
          <a:chOff x="0" y="0"/>
          <a:chExt cx="0" cy="0"/>
        </a:xfrm>
      </p:grpSpPr>
      <p:sp>
        <p:nvSpPr>
          <p:cNvPr id="581" name="Google Shape;581;p74"/>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Sample Data - Campers</a:t>
            </a:r>
            <a:endParaRPr i="1">
              <a:solidFill>
                <a:schemeClr val="dk1"/>
              </a:solidFill>
            </a:endParaRPr>
          </a:p>
        </p:txBody>
      </p:sp>
      <p:grpSp>
        <p:nvGrpSpPr>
          <p:cNvPr id="582" name="Google Shape;582;p74"/>
          <p:cNvGrpSpPr/>
          <p:nvPr/>
        </p:nvGrpSpPr>
        <p:grpSpPr>
          <a:xfrm>
            <a:off x="7467659" y="135259"/>
            <a:ext cx="1450808" cy="1413617"/>
            <a:chOff x="5801317" y="-225444"/>
            <a:chExt cx="2398823" cy="2337330"/>
          </a:xfrm>
        </p:grpSpPr>
        <p:pic>
          <p:nvPicPr>
            <p:cNvPr id="583" name="Google Shape;583;p74"/>
            <p:cNvPicPr preferRelativeResize="0"/>
            <p:nvPr/>
          </p:nvPicPr>
          <p:blipFill>
            <a:blip r:embed="rId3">
              <a:alphaModFix/>
            </a:blip>
            <a:stretch>
              <a:fillRect/>
            </a:stretch>
          </p:blipFill>
          <p:spPr>
            <a:xfrm rot="2384243">
              <a:off x="6561150" y="52401"/>
              <a:ext cx="1361145" cy="1361145"/>
            </a:xfrm>
            <a:prstGeom prst="rect">
              <a:avLst/>
            </a:prstGeom>
            <a:noFill/>
            <a:ln>
              <a:noFill/>
            </a:ln>
          </p:spPr>
        </p:pic>
        <p:pic>
          <p:nvPicPr>
            <p:cNvPr id="584" name="Google Shape;584;p74"/>
            <p:cNvPicPr preferRelativeResize="0"/>
            <p:nvPr/>
          </p:nvPicPr>
          <p:blipFill>
            <a:blip r:embed="rId4">
              <a:alphaModFix/>
            </a:blip>
            <a:stretch>
              <a:fillRect/>
            </a:stretch>
          </p:blipFill>
          <p:spPr>
            <a:xfrm rot="-126994">
              <a:off x="5833067" y="328467"/>
              <a:ext cx="1751669" cy="1751669"/>
            </a:xfrm>
            <a:prstGeom prst="rect">
              <a:avLst/>
            </a:prstGeom>
            <a:noFill/>
            <a:ln>
              <a:noFill/>
            </a:ln>
          </p:spPr>
        </p:pic>
      </p:grpSp>
      <p:pic>
        <p:nvPicPr>
          <p:cNvPr id="585" name="Google Shape;585;p74" title="Kid.png"/>
          <p:cNvPicPr preferRelativeResize="0"/>
          <p:nvPr/>
        </p:nvPicPr>
        <p:blipFill>
          <a:blip r:embed="rId5">
            <a:alphaModFix/>
          </a:blip>
          <a:stretch>
            <a:fillRect/>
          </a:stretch>
        </p:blipFill>
        <p:spPr>
          <a:xfrm>
            <a:off x="7557973" y="3985325"/>
            <a:ext cx="489580" cy="670225"/>
          </a:xfrm>
          <a:prstGeom prst="rect">
            <a:avLst/>
          </a:prstGeom>
          <a:noFill/>
          <a:ln>
            <a:noFill/>
          </a:ln>
        </p:spPr>
      </p:pic>
      <p:pic>
        <p:nvPicPr>
          <p:cNvPr id="586" name="Google Shape;586;p74" title="Kid.png"/>
          <p:cNvPicPr preferRelativeResize="0"/>
          <p:nvPr/>
        </p:nvPicPr>
        <p:blipFill>
          <a:blip r:embed="rId5">
            <a:alphaModFix/>
          </a:blip>
          <a:stretch>
            <a:fillRect/>
          </a:stretch>
        </p:blipFill>
        <p:spPr>
          <a:xfrm>
            <a:off x="8380598" y="3467500"/>
            <a:ext cx="489580" cy="670225"/>
          </a:xfrm>
          <a:prstGeom prst="rect">
            <a:avLst/>
          </a:prstGeom>
          <a:noFill/>
          <a:ln>
            <a:noFill/>
          </a:ln>
        </p:spPr>
      </p:pic>
      <p:pic>
        <p:nvPicPr>
          <p:cNvPr id="587" name="Google Shape;587;p74" title="Kid.png"/>
          <p:cNvPicPr preferRelativeResize="0"/>
          <p:nvPr/>
        </p:nvPicPr>
        <p:blipFill>
          <a:blip r:embed="rId5">
            <a:alphaModFix/>
          </a:blip>
          <a:stretch>
            <a:fillRect/>
          </a:stretch>
        </p:blipFill>
        <p:spPr>
          <a:xfrm>
            <a:off x="7557973" y="3002675"/>
            <a:ext cx="489580" cy="670225"/>
          </a:xfrm>
          <a:prstGeom prst="rect">
            <a:avLst/>
          </a:prstGeom>
          <a:noFill/>
          <a:ln>
            <a:noFill/>
          </a:ln>
        </p:spPr>
      </p:pic>
      <p:sp>
        <p:nvSpPr>
          <p:cNvPr id="588" name="Google Shape;588;p74"/>
          <p:cNvSpPr/>
          <p:nvPr/>
        </p:nvSpPr>
        <p:spPr>
          <a:xfrm>
            <a:off x="487075" y="1277225"/>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screenshot/textbox</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Code defining the table</a:t>
            </a:r>
            <a:endParaRPr>
              <a:latin typeface="DM Sans"/>
              <a:ea typeface="DM Sans"/>
              <a:cs typeface="DM Sans"/>
              <a:sym typeface="DM Sans"/>
            </a:endParaRPr>
          </a:p>
        </p:txBody>
      </p:sp>
      <p:sp>
        <p:nvSpPr>
          <p:cNvPr id="589" name="Google Shape;589;p74"/>
          <p:cNvSpPr/>
          <p:nvPr/>
        </p:nvSpPr>
        <p:spPr>
          <a:xfrm>
            <a:off x="487075" y="3075150"/>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 showing all campers in database</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SELECT * FROM Camper</a:t>
            </a:r>
            <a:endParaRPr>
              <a:latin typeface="DM Sans"/>
              <a:ea typeface="DM Sans"/>
              <a:cs typeface="DM Sans"/>
              <a:sym typeface="DM Sans"/>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593" name="Shape 593"/>
        <p:cNvGrpSpPr/>
        <p:nvPr/>
      </p:nvGrpSpPr>
      <p:grpSpPr>
        <a:xfrm>
          <a:off x="0" y="0"/>
          <a:ext cx="0" cy="0"/>
          <a:chOff x="0" y="0"/>
          <a:chExt cx="0" cy="0"/>
        </a:xfrm>
      </p:grpSpPr>
      <p:pic>
        <p:nvPicPr>
          <p:cNvPr id="594" name="Google Shape;594;p75" title="Canoe.png"/>
          <p:cNvPicPr preferRelativeResize="0"/>
          <p:nvPr/>
        </p:nvPicPr>
        <p:blipFill>
          <a:blip r:embed="rId3">
            <a:alphaModFix/>
          </a:blip>
          <a:stretch>
            <a:fillRect/>
          </a:stretch>
        </p:blipFill>
        <p:spPr>
          <a:xfrm>
            <a:off x="7467650" y="4028625"/>
            <a:ext cx="670225" cy="670225"/>
          </a:xfrm>
          <a:prstGeom prst="rect">
            <a:avLst/>
          </a:prstGeom>
          <a:noFill/>
          <a:ln>
            <a:noFill/>
          </a:ln>
        </p:spPr>
      </p:pic>
      <p:pic>
        <p:nvPicPr>
          <p:cNvPr id="595" name="Google Shape;595;p75" title="Canoe.png"/>
          <p:cNvPicPr preferRelativeResize="0"/>
          <p:nvPr/>
        </p:nvPicPr>
        <p:blipFill>
          <a:blip r:embed="rId3">
            <a:alphaModFix/>
          </a:blip>
          <a:stretch>
            <a:fillRect/>
          </a:stretch>
        </p:blipFill>
        <p:spPr>
          <a:xfrm>
            <a:off x="8290275" y="3489150"/>
            <a:ext cx="670225" cy="670225"/>
          </a:xfrm>
          <a:prstGeom prst="rect">
            <a:avLst/>
          </a:prstGeom>
          <a:noFill/>
          <a:ln>
            <a:noFill/>
          </a:ln>
        </p:spPr>
      </p:pic>
      <p:pic>
        <p:nvPicPr>
          <p:cNvPr id="596" name="Google Shape;596;p75" title="Canoe.png"/>
          <p:cNvPicPr preferRelativeResize="0"/>
          <p:nvPr/>
        </p:nvPicPr>
        <p:blipFill>
          <a:blip r:embed="rId3">
            <a:alphaModFix/>
          </a:blip>
          <a:stretch>
            <a:fillRect/>
          </a:stretch>
        </p:blipFill>
        <p:spPr>
          <a:xfrm>
            <a:off x="7467650" y="3024338"/>
            <a:ext cx="670225" cy="670225"/>
          </a:xfrm>
          <a:prstGeom prst="rect">
            <a:avLst/>
          </a:prstGeom>
          <a:noFill/>
          <a:ln>
            <a:noFill/>
          </a:ln>
        </p:spPr>
      </p:pic>
      <p:sp>
        <p:nvSpPr>
          <p:cNvPr id="597" name="Google Shape;597;p75"/>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Sample Data - Events</a:t>
            </a:r>
            <a:endParaRPr i="1">
              <a:solidFill>
                <a:schemeClr val="dk1"/>
              </a:solidFill>
            </a:endParaRPr>
          </a:p>
        </p:txBody>
      </p:sp>
      <p:grpSp>
        <p:nvGrpSpPr>
          <p:cNvPr id="598" name="Google Shape;598;p75"/>
          <p:cNvGrpSpPr/>
          <p:nvPr/>
        </p:nvGrpSpPr>
        <p:grpSpPr>
          <a:xfrm>
            <a:off x="7467659" y="135259"/>
            <a:ext cx="1450808" cy="1413617"/>
            <a:chOff x="5801317" y="-225444"/>
            <a:chExt cx="2398823" cy="2337330"/>
          </a:xfrm>
        </p:grpSpPr>
        <p:pic>
          <p:nvPicPr>
            <p:cNvPr id="599" name="Google Shape;599;p75"/>
            <p:cNvPicPr preferRelativeResize="0"/>
            <p:nvPr/>
          </p:nvPicPr>
          <p:blipFill>
            <a:blip r:embed="rId4">
              <a:alphaModFix/>
            </a:blip>
            <a:stretch>
              <a:fillRect/>
            </a:stretch>
          </p:blipFill>
          <p:spPr>
            <a:xfrm rot="2384243">
              <a:off x="6561150" y="52401"/>
              <a:ext cx="1361145" cy="1361145"/>
            </a:xfrm>
            <a:prstGeom prst="rect">
              <a:avLst/>
            </a:prstGeom>
            <a:noFill/>
            <a:ln>
              <a:noFill/>
            </a:ln>
          </p:spPr>
        </p:pic>
        <p:pic>
          <p:nvPicPr>
            <p:cNvPr id="600" name="Google Shape;600;p75"/>
            <p:cNvPicPr preferRelativeResize="0"/>
            <p:nvPr/>
          </p:nvPicPr>
          <p:blipFill>
            <a:blip r:embed="rId5">
              <a:alphaModFix/>
            </a:blip>
            <a:stretch>
              <a:fillRect/>
            </a:stretch>
          </p:blipFill>
          <p:spPr>
            <a:xfrm rot="-126994">
              <a:off x="5833067" y="328467"/>
              <a:ext cx="1751669" cy="1751669"/>
            </a:xfrm>
            <a:prstGeom prst="rect">
              <a:avLst/>
            </a:prstGeom>
            <a:noFill/>
            <a:ln>
              <a:noFill/>
            </a:ln>
          </p:spPr>
        </p:pic>
      </p:grpSp>
      <p:sp>
        <p:nvSpPr>
          <p:cNvPr id="601" name="Google Shape;601;p75"/>
          <p:cNvSpPr/>
          <p:nvPr/>
        </p:nvSpPr>
        <p:spPr>
          <a:xfrm>
            <a:off x="487075" y="1277225"/>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screenshot/textbox</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Code defining the table</a:t>
            </a:r>
            <a:endParaRPr>
              <a:latin typeface="DM Sans"/>
              <a:ea typeface="DM Sans"/>
              <a:cs typeface="DM Sans"/>
              <a:sym typeface="DM Sans"/>
            </a:endParaRPr>
          </a:p>
        </p:txBody>
      </p:sp>
      <p:sp>
        <p:nvSpPr>
          <p:cNvPr id="602" name="Google Shape;602;p75"/>
          <p:cNvSpPr/>
          <p:nvPr/>
        </p:nvSpPr>
        <p:spPr>
          <a:xfrm>
            <a:off x="487075" y="3075150"/>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 showing all events in database</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SELECT * FROM Event</a:t>
            </a:r>
            <a:endParaRPr>
              <a:latin typeface="DM Sans"/>
              <a:ea typeface="DM Sans"/>
              <a:cs typeface="DM Sans"/>
              <a:sym typeface="DM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5"/>
        </a:solidFill>
      </p:bgPr>
    </p:bg>
    <p:spTree>
      <p:nvGrpSpPr>
        <p:cNvPr id="606" name="Shape 606"/>
        <p:cNvGrpSpPr/>
        <p:nvPr/>
      </p:nvGrpSpPr>
      <p:grpSpPr>
        <a:xfrm>
          <a:off x="0" y="0"/>
          <a:ext cx="0" cy="0"/>
          <a:chOff x="0" y="0"/>
          <a:chExt cx="0" cy="0"/>
        </a:xfrm>
      </p:grpSpPr>
      <p:pic>
        <p:nvPicPr>
          <p:cNvPr id="607" name="Google Shape;607;p76" title="Registration.png"/>
          <p:cNvPicPr preferRelativeResize="0"/>
          <p:nvPr/>
        </p:nvPicPr>
        <p:blipFill>
          <a:blip r:embed="rId3">
            <a:alphaModFix/>
          </a:blip>
          <a:stretch>
            <a:fillRect/>
          </a:stretch>
        </p:blipFill>
        <p:spPr>
          <a:xfrm>
            <a:off x="7557975" y="3945194"/>
            <a:ext cx="489575" cy="750488"/>
          </a:xfrm>
          <a:prstGeom prst="rect">
            <a:avLst/>
          </a:prstGeom>
          <a:noFill/>
          <a:ln>
            <a:noFill/>
          </a:ln>
        </p:spPr>
      </p:pic>
      <p:pic>
        <p:nvPicPr>
          <p:cNvPr id="608" name="Google Shape;608;p76" title="Registration.png"/>
          <p:cNvPicPr preferRelativeResize="0"/>
          <p:nvPr/>
        </p:nvPicPr>
        <p:blipFill>
          <a:blip r:embed="rId3">
            <a:alphaModFix/>
          </a:blip>
          <a:stretch>
            <a:fillRect/>
          </a:stretch>
        </p:blipFill>
        <p:spPr>
          <a:xfrm>
            <a:off x="8380600" y="3427369"/>
            <a:ext cx="489575" cy="750488"/>
          </a:xfrm>
          <a:prstGeom prst="rect">
            <a:avLst/>
          </a:prstGeom>
          <a:noFill/>
          <a:ln>
            <a:noFill/>
          </a:ln>
        </p:spPr>
      </p:pic>
      <p:pic>
        <p:nvPicPr>
          <p:cNvPr id="609" name="Google Shape;609;p76" title="Registration.png"/>
          <p:cNvPicPr preferRelativeResize="0"/>
          <p:nvPr/>
        </p:nvPicPr>
        <p:blipFill>
          <a:blip r:embed="rId3">
            <a:alphaModFix/>
          </a:blip>
          <a:stretch>
            <a:fillRect/>
          </a:stretch>
        </p:blipFill>
        <p:spPr>
          <a:xfrm>
            <a:off x="7557975" y="2962556"/>
            <a:ext cx="489575" cy="750488"/>
          </a:xfrm>
          <a:prstGeom prst="rect">
            <a:avLst/>
          </a:prstGeom>
          <a:noFill/>
          <a:ln>
            <a:noFill/>
          </a:ln>
        </p:spPr>
      </p:pic>
      <p:sp>
        <p:nvSpPr>
          <p:cNvPr id="610" name="Google Shape;610;p76"/>
          <p:cNvSpPr txBox="1"/>
          <p:nvPr>
            <p:ph idx="4294967295" type="title"/>
          </p:nvPr>
        </p:nvSpPr>
        <p:spPr>
          <a:xfrm>
            <a:off x="361975" y="369292"/>
            <a:ext cx="57186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chemeClr val="dk1"/>
                </a:solidFill>
              </a:rPr>
              <a:t>Sample Data - Registration</a:t>
            </a:r>
            <a:endParaRPr i="1">
              <a:solidFill>
                <a:schemeClr val="dk1"/>
              </a:solidFill>
            </a:endParaRPr>
          </a:p>
        </p:txBody>
      </p:sp>
      <p:grpSp>
        <p:nvGrpSpPr>
          <p:cNvPr id="611" name="Google Shape;611;p76"/>
          <p:cNvGrpSpPr/>
          <p:nvPr/>
        </p:nvGrpSpPr>
        <p:grpSpPr>
          <a:xfrm>
            <a:off x="7467659" y="135259"/>
            <a:ext cx="1450808" cy="1413617"/>
            <a:chOff x="5801317" y="-225444"/>
            <a:chExt cx="2398823" cy="2337330"/>
          </a:xfrm>
        </p:grpSpPr>
        <p:pic>
          <p:nvPicPr>
            <p:cNvPr id="612" name="Google Shape;612;p76"/>
            <p:cNvPicPr preferRelativeResize="0"/>
            <p:nvPr/>
          </p:nvPicPr>
          <p:blipFill>
            <a:blip r:embed="rId4">
              <a:alphaModFix/>
            </a:blip>
            <a:stretch>
              <a:fillRect/>
            </a:stretch>
          </p:blipFill>
          <p:spPr>
            <a:xfrm rot="2384243">
              <a:off x="6561150" y="52401"/>
              <a:ext cx="1361145" cy="1361145"/>
            </a:xfrm>
            <a:prstGeom prst="rect">
              <a:avLst/>
            </a:prstGeom>
            <a:noFill/>
            <a:ln>
              <a:noFill/>
            </a:ln>
          </p:spPr>
        </p:pic>
        <p:pic>
          <p:nvPicPr>
            <p:cNvPr id="613" name="Google Shape;613;p76"/>
            <p:cNvPicPr preferRelativeResize="0"/>
            <p:nvPr/>
          </p:nvPicPr>
          <p:blipFill>
            <a:blip r:embed="rId5">
              <a:alphaModFix/>
            </a:blip>
            <a:stretch>
              <a:fillRect/>
            </a:stretch>
          </p:blipFill>
          <p:spPr>
            <a:xfrm rot="-126994">
              <a:off x="5833067" y="328467"/>
              <a:ext cx="1751669" cy="1751669"/>
            </a:xfrm>
            <a:prstGeom prst="rect">
              <a:avLst/>
            </a:prstGeom>
            <a:noFill/>
            <a:ln>
              <a:noFill/>
            </a:ln>
          </p:spPr>
        </p:pic>
      </p:grpSp>
      <p:sp>
        <p:nvSpPr>
          <p:cNvPr id="614" name="Google Shape;614;p76"/>
          <p:cNvSpPr/>
          <p:nvPr/>
        </p:nvSpPr>
        <p:spPr>
          <a:xfrm>
            <a:off x="487075" y="1277225"/>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screenshot/textbox</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Code defining the table</a:t>
            </a:r>
            <a:endParaRPr>
              <a:latin typeface="DM Sans"/>
              <a:ea typeface="DM Sans"/>
              <a:cs typeface="DM Sans"/>
              <a:sym typeface="DM Sans"/>
            </a:endParaRPr>
          </a:p>
        </p:txBody>
      </p:sp>
      <p:sp>
        <p:nvSpPr>
          <p:cNvPr id="615" name="Google Shape;615;p76"/>
          <p:cNvSpPr/>
          <p:nvPr/>
        </p:nvSpPr>
        <p:spPr>
          <a:xfrm>
            <a:off x="487075" y="3075150"/>
            <a:ext cx="6516000" cy="15804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Insert screenshot showing all registrations in database</a:t>
            </a:r>
            <a:endParaRPr>
              <a:latin typeface="DM Sans"/>
              <a:ea typeface="DM Sans"/>
              <a:cs typeface="DM Sans"/>
              <a:sym typeface="DM Sans"/>
            </a:endParaRPr>
          </a:p>
          <a:p>
            <a:pPr indent="0" lvl="0" marL="0" rtl="0" algn="ctr">
              <a:spcBef>
                <a:spcPts val="0"/>
              </a:spcBef>
              <a:spcAft>
                <a:spcPts val="0"/>
              </a:spcAft>
              <a:buNone/>
            </a:pPr>
            <a:r>
              <a:t/>
            </a:r>
            <a:endParaRPr>
              <a:latin typeface="DM Sans"/>
              <a:ea typeface="DM Sans"/>
              <a:cs typeface="DM Sans"/>
              <a:sym typeface="DM Sans"/>
            </a:endParaRPr>
          </a:p>
          <a:p>
            <a:pPr indent="0" lvl="0" marL="0" rtl="0" algn="ctr">
              <a:spcBef>
                <a:spcPts val="0"/>
              </a:spcBef>
              <a:spcAft>
                <a:spcPts val="0"/>
              </a:spcAft>
              <a:buNone/>
            </a:pPr>
            <a:r>
              <a:rPr lang="en">
                <a:latin typeface="DM Sans"/>
                <a:ea typeface="DM Sans"/>
                <a:cs typeface="DM Sans"/>
                <a:sym typeface="DM Sans"/>
              </a:rPr>
              <a:t>SELECT * FROM Registration</a:t>
            </a:r>
            <a:endParaRPr>
              <a:latin typeface="DM Sans"/>
              <a:ea typeface="DM Sans"/>
              <a:cs typeface="DM Sans"/>
              <a:sym typeface="DM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C3CF"/>
        </a:solidFill>
      </p:bgPr>
    </p:bg>
    <p:spTree>
      <p:nvGrpSpPr>
        <p:cNvPr id="619" name="Shape 619"/>
        <p:cNvGrpSpPr/>
        <p:nvPr/>
      </p:nvGrpSpPr>
      <p:grpSpPr>
        <a:xfrm>
          <a:off x="0" y="0"/>
          <a:ext cx="0" cy="0"/>
          <a:chOff x="0" y="0"/>
          <a:chExt cx="0" cy="0"/>
        </a:xfrm>
      </p:grpSpPr>
      <p:sp>
        <p:nvSpPr>
          <p:cNvPr id="620" name="Google Shape;620;p77"/>
          <p:cNvSpPr txBox="1"/>
          <p:nvPr>
            <p:ph idx="12" type="sldNum"/>
          </p:nvPr>
        </p:nvSpPr>
        <p:spPr>
          <a:xfrm>
            <a:off x="8227975" y="217725"/>
            <a:ext cx="548700" cy="234000"/>
          </a:xfrm>
          <a:prstGeom prst="rect">
            <a:avLst/>
          </a:prstGeom>
        </p:spPr>
        <p:txBody>
          <a:bodyPr anchorCtr="0" anchor="ctr" bIns="91425" lIns="0" spcFirstLastPara="1" rIns="0"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21" name="Google Shape;621;p77"/>
          <p:cNvSpPr txBox="1"/>
          <p:nvPr>
            <p:ph type="title"/>
          </p:nvPr>
        </p:nvSpPr>
        <p:spPr>
          <a:xfrm>
            <a:off x="783700" y="1325950"/>
            <a:ext cx="7576500" cy="32253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0"/>
              </a:spcAft>
              <a:buNone/>
            </a:pPr>
            <a:r>
              <a:rPr lang="en" sz="1500">
                <a:solidFill>
                  <a:srgbClr val="000000"/>
                </a:solidFill>
              </a:rPr>
              <a:t>A parent wants to see which counsellors their child is spending the most time with throughout the week. We can list out how many times they will be with each counsellor throughout the week for a given child.</a:t>
            </a:r>
            <a:endParaRPr sz="1500">
              <a:solidFill>
                <a:srgbClr val="000000"/>
              </a:solidFill>
            </a:endParaRPr>
          </a:p>
        </p:txBody>
      </p:sp>
      <p:sp>
        <p:nvSpPr>
          <p:cNvPr id="622" name="Google Shape;622;p77"/>
          <p:cNvSpPr txBox="1"/>
          <p:nvPr>
            <p:ph idx="4294967295" type="title"/>
          </p:nvPr>
        </p:nvSpPr>
        <p:spPr>
          <a:xfrm>
            <a:off x="361975" y="369300"/>
            <a:ext cx="64407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000000"/>
                </a:solidFill>
              </a:rPr>
              <a:t>Sample Query - Camper &amp; Counsellor</a:t>
            </a:r>
            <a:endParaRPr i="1">
              <a:solidFill>
                <a:srgbClr val="000000"/>
              </a:solidFill>
            </a:endParaRPr>
          </a:p>
        </p:txBody>
      </p:sp>
      <p:sp>
        <p:nvSpPr>
          <p:cNvPr id="623" name="Google Shape;623;p77"/>
          <p:cNvSpPr/>
          <p:nvPr/>
        </p:nvSpPr>
        <p:spPr>
          <a:xfrm>
            <a:off x="783700" y="2344450"/>
            <a:ext cx="6516000" cy="9747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Screenshot / code for the query</a:t>
            </a:r>
            <a:endParaRPr>
              <a:latin typeface="DM Sans"/>
              <a:ea typeface="DM Sans"/>
              <a:cs typeface="DM Sans"/>
              <a:sym typeface="DM Sans"/>
            </a:endParaRPr>
          </a:p>
        </p:txBody>
      </p:sp>
      <p:sp>
        <p:nvSpPr>
          <p:cNvPr id="624" name="Google Shape;624;p77"/>
          <p:cNvSpPr/>
          <p:nvPr/>
        </p:nvSpPr>
        <p:spPr>
          <a:xfrm>
            <a:off x="783700" y="3453436"/>
            <a:ext cx="6516000" cy="9747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Result of the query</a:t>
            </a:r>
            <a:endParaRPr>
              <a:latin typeface="DM Sans"/>
              <a:ea typeface="DM Sans"/>
              <a:cs typeface="DM Sans"/>
              <a:sym typeface="DM Sans"/>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C3CF"/>
        </a:solidFill>
      </p:bgPr>
    </p:bg>
    <p:spTree>
      <p:nvGrpSpPr>
        <p:cNvPr id="628" name="Shape 628"/>
        <p:cNvGrpSpPr/>
        <p:nvPr/>
      </p:nvGrpSpPr>
      <p:grpSpPr>
        <a:xfrm>
          <a:off x="0" y="0"/>
          <a:ext cx="0" cy="0"/>
          <a:chOff x="0" y="0"/>
          <a:chExt cx="0" cy="0"/>
        </a:xfrm>
      </p:grpSpPr>
      <p:sp>
        <p:nvSpPr>
          <p:cNvPr id="629" name="Google Shape;629;p78"/>
          <p:cNvSpPr txBox="1"/>
          <p:nvPr>
            <p:ph idx="12" type="sldNum"/>
          </p:nvPr>
        </p:nvSpPr>
        <p:spPr>
          <a:xfrm>
            <a:off x="8227975" y="217725"/>
            <a:ext cx="548700" cy="234000"/>
          </a:xfrm>
          <a:prstGeom prst="rect">
            <a:avLst/>
          </a:prstGeom>
        </p:spPr>
        <p:txBody>
          <a:bodyPr anchorCtr="0" anchor="ctr" bIns="91425" lIns="0" spcFirstLastPara="1" rIns="0"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30" name="Google Shape;630;p78"/>
          <p:cNvSpPr txBox="1"/>
          <p:nvPr>
            <p:ph type="title"/>
          </p:nvPr>
        </p:nvSpPr>
        <p:spPr>
          <a:xfrm>
            <a:off x="783700" y="1325950"/>
            <a:ext cx="7576500" cy="32253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0"/>
              </a:spcAft>
              <a:buNone/>
            </a:pPr>
            <a:r>
              <a:rPr lang="en" sz="1500">
                <a:solidFill>
                  <a:srgbClr val="000000"/>
                </a:solidFill>
              </a:rPr>
              <a:t>Description 2</a:t>
            </a:r>
            <a:endParaRPr sz="1500">
              <a:solidFill>
                <a:srgbClr val="000000"/>
              </a:solidFill>
            </a:endParaRPr>
          </a:p>
        </p:txBody>
      </p:sp>
      <p:sp>
        <p:nvSpPr>
          <p:cNvPr id="631" name="Google Shape;631;p78"/>
          <p:cNvSpPr txBox="1"/>
          <p:nvPr>
            <p:ph idx="4294967295" type="title"/>
          </p:nvPr>
        </p:nvSpPr>
        <p:spPr>
          <a:xfrm>
            <a:off x="361975" y="369300"/>
            <a:ext cx="64407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000000"/>
                </a:solidFill>
              </a:rPr>
              <a:t>Sample Query - 2</a:t>
            </a:r>
            <a:endParaRPr i="1">
              <a:solidFill>
                <a:srgbClr val="000000"/>
              </a:solidFill>
            </a:endParaRPr>
          </a:p>
        </p:txBody>
      </p:sp>
      <p:sp>
        <p:nvSpPr>
          <p:cNvPr id="632" name="Google Shape;632;p78"/>
          <p:cNvSpPr/>
          <p:nvPr/>
        </p:nvSpPr>
        <p:spPr>
          <a:xfrm>
            <a:off x="783700" y="2344450"/>
            <a:ext cx="6516000" cy="9747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Screenshot / code for the query</a:t>
            </a:r>
            <a:endParaRPr>
              <a:latin typeface="DM Sans"/>
              <a:ea typeface="DM Sans"/>
              <a:cs typeface="DM Sans"/>
              <a:sym typeface="DM Sans"/>
            </a:endParaRPr>
          </a:p>
        </p:txBody>
      </p:sp>
      <p:sp>
        <p:nvSpPr>
          <p:cNvPr id="633" name="Google Shape;633;p78"/>
          <p:cNvSpPr/>
          <p:nvPr/>
        </p:nvSpPr>
        <p:spPr>
          <a:xfrm>
            <a:off x="783700" y="3453436"/>
            <a:ext cx="6516000" cy="9747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Result of the query</a:t>
            </a:r>
            <a:endParaRPr>
              <a:latin typeface="DM Sans"/>
              <a:ea typeface="DM Sans"/>
              <a:cs typeface="DM Sans"/>
              <a:sym typeface="DM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96C3CF"/>
        </a:solidFill>
      </p:bgPr>
    </p:bg>
    <p:spTree>
      <p:nvGrpSpPr>
        <p:cNvPr id="637" name="Shape 637"/>
        <p:cNvGrpSpPr/>
        <p:nvPr/>
      </p:nvGrpSpPr>
      <p:grpSpPr>
        <a:xfrm>
          <a:off x="0" y="0"/>
          <a:ext cx="0" cy="0"/>
          <a:chOff x="0" y="0"/>
          <a:chExt cx="0" cy="0"/>
        </a:xfrm>
      </p:grpSpPr>
      <p:sp>
        <p:nvSpPr>
          <p:cNvPr id="638" name="Google Shape;638;p79"/>
          <p:cNvSpPr txBox="1"/>
          <p:nvPr>
            <p:ph idx="12" type="sldNum"/>
          </p:nvPr>
        </p:nvSpPr>
        <p:spPr>
          <a:xfrm>
            <a:off x="8227975" y="217725"/>
            <a:ext cx="548700" cy="234000"/>
          </a:xfrm>
          <a:prstGeom prst="rect">
            <a:avLst/>
          </a:prstGeom>
        </p:spPr>
        <p:txBody>
          <a:bodyPr anchorCtr="0" anchor="ctr" bIns="91425" lIns="0" spcFirstLastPara="1" rIns="0" wrap="square" tIns="91425">
            <a:noAutofit/>
          </a:bodyPr>
          <a:lstStyle/>
          <a:p>
            <a:pPr indent="0" lvl="0" marL="0" rtl="0" algn="r">
              <a:spcBef>
                <a:spcPts val="0"/>
              </a:spcBef>
              <a:spcAft>
                <a:spcPts val="0"/>
              </a:spcAft>
              <a:buNone/>
            </a:pPr>
            <a:fld id="{00000000-1234-1234-1234-123412341234}" type="slidenum">
              <a:rPr lang="en">
                <a:solidFill>
                  <a:schemeClr val="lt1"/>
                </a:solidFill>
              </a:rPr>
              <a:t>‹#›</a:t>
            </a:fld>
            <a:endParaRPr>
              <a:solidFill>
                <a:schemeClr val="lt1"/>
              </a:solidFill>
            </a:endParaRPr>
          </a:p>
        </p:txBody>
      </p:sp>
      <p:sp>
        <p:nvSpPr>
          <p:cNvPr id="639" name="Google Shape;639;p79"/>
          <p:cNvSpPr txBox="1"/>
          <p:nvPr>
            <p:ph type="title"/>
          </p:nvPr>
        </p:nvSpPr>
        <p:spPr>
          <a:xfrm>
            <a:off x="783700" y="1325950"/>
            <a:ext cx="7576500" cy="3225300"/>
          </a:xfrm>
          <a:prstGeom prst="rect">
            <a:avLst/>
          </a:prstGeom>
        </p:spPr>
        <p:txBody>
          <a:bodyPr anchorCtr="0" anchor="t" bIns="0" lIns="0" spcFirstLastPara="1" rIns="0" wrap="square" tIns="0">
            <a:noAutofit/>
          </a:bodyPr>
          <a:lstStyle/>
          <a:p>
            <a:pPr indent="0" lvl="0" marL="0" rtl="0" algn="l">
              <a:lnSpc>
                <a:spcPct val="115000"/>
              </a:lnSpc>
              <a:spcBef>
                <a:spcPts val="0"/>
              </a:spcBef>
              <a:spcAft>
                <a:spcPts val="0"/>
              </a:spcAft>
              <a:buNone/>
            </a:pPr>
            <a:r>
              <a:rPr lang="en" sz="1500">
                <a:solidFill>
                  <a:srgbClr val="000000"/>
                </a:solidFill>
              </a:rPr>
              <a:t>Description 3</a:t>
            </a:r>
            <a:endParaRPr sz="1500">
              <a:solidFill>
                <a:srgbClr val="000000"/>
              </a:solidFill>
            </a:endParaRPr>
          </a:p>
        </p:txBody>
      </p:sp>
      <p:sp>
        <p:nvSpPr>
          <p:cNvPr id="640" name="Google Shape;640;p79"/>
          <p:cNvSpPr txBox="1"/>
          <p:nvPr>
            <p:ph idx="4294967295" type="title"/>
          </p:nvPr>
        </p:nvSpPr>
        <p:spPr>
          <a:xfrm>
            <a:off x="361975" y="369300"/>
            <a:ext cx="6440700" cy="498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solidFill>
                  <a:srgbClr val="000000"/>
                </a:solidFill>
              </a:rPr>
              <a:t>Sample Query - 3</a:t>
            </a:r>
            <a:endParaRPr i="1">
              <a:solidFill>
                <a:srgbClr val="000000"/>
              </a:solidFill>
            </a:endParaRPr>
          </a:p>
        </p:txBody>
      </p:sp>
      <p:sp>
        <p:nvSpPr>
          <p:cNvPr id="641" name="Google Shape;641;p79"/>
          <p:cNvSpPr/>
          <p:nvPr/>
        </p:nvSpPr>
        <p:spPr>
          <a:xfrm>
            <a:off x="783700" y="2344450"/>
            <a:ext cx="6516000" cy="9747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Screenshot / code for the query</a:t>
            </a:r>
            <a:endParaRPr>
              <a:latin typeface="DM Sans"/>
              <a:ea typeface="DM Sans"/>
              <a:cs typeface="DM Sans"/>
              <a:sym typeface="DM Sans"/>
            </a:endParaRPr>
          </a:p>
        </p:txBody>
      </p:sp>
      <p:sp>
        <p:nvSpPr>
          <p:cNvPr id="642" name="Google Shape;642;p79"/>
          <p:cNvSpPr/>
          <p:nvPr/>
        </p:nvSpPr>
        <p:spPr>
          <a:xfrm>
            <a:off x="783700" y="3453436"/>
            <a:ext cx="6516000" cy="974700"/>
          </a:xfrm>
          <a:prstGeom prst="rect">
            <a:avLst/>
          </a:prstGeom>
          <a:solidFill>
            <a:srgbClr val="FF00FF"/>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
                <a:latin typeface="DM Sans"/>
                <a:ea typeface="DM Sans"/>
                <a:cs typeface="DM Sans"/>
                <a:sym typeface="DM Sans"/>
              </a:rPr>
              <a:t>Result of the query</a:t>
            </a:r>
            <a:endParaRPr>
              <a:latin typeface="DM Sans"/>
              <a:ea typeface="DM Sans"/>
              <a:cs typeface="DM Sans"/>
              <a:sym typeface="DM Sans"/>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6" name="Shape 646"/>
        <p:cNvGrpSpPr/>
        <p:nvPr/>
      </p:nvGrpSpPr>
      <p:grpSpPr>
        <a:xfrm>
          <a:off x="0" y="0"/>
          <a:ext cx="0" cy="0"/>
          <a:chOff x="0" y="0"/>
          <a:chExt cx="0" cy="0"/>
        </a:xfrm>
      </p:grpSpPr>
      <p:sp>
        <p:nvSpPr>
          <p:cNvPr id="647" name="Google Shape;647;p8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Intro to Topic</a:t>
            </a:r>
            <a:endParaRPr/>
          </a:p>
        </p:txBody>
      </p:sp>
      <p:sp>
        <p:nvSpPr>
          <p:cNvPr id="648" name="Google Shape;648;p8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Summer camp, </a:t>
            </a:r>
            <a:r>
              <a:rPr lang="en"/>
              <a:t>activities</a:t>
            </a:r>
            <a:r>
              <a:rPr lang="en"/>
              <a:t> that happen, general camp logistics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sp>
        <p:nvSpPr>
          <p:cNvPr id="653" name="Google Shape;653;p8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will the database work?</a:t>
            </a:r>
            <a:endParaRPr/>
          </a:p>
        </p:txBody>
      </p:sp>
      <p:sp>
        <p:nvSpPr>
          <p:cNvPr id="654" name="Google Shape;654;p8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Families have access to register and sign up for activities.</a:t>
            </a:r>
            <a:endParaRPr/>
          </a:p>
          <a:p>
            <a:pPr indent="0" lvl="0" marL="0" rtl="0" algn="l">
              <a:spcBef>
                <a:spcPts val="1200"/>
              </a:spcBef>
              <a:spcAft>
                <a:spcPts val="0"/>
              </a:spcAft>
              <a:buNone/>
            </a:pPr>
            <a:r>
              <a:rPr lang="en"/>
              <a:t>Camp staff see the registrations and emergency contact info</a:t>
            </a:r>
            <a:endParaRPr/>
          </a:p>
          <a:p>
            <a:pPr indent="0" lvl="0" marL="0" rtl="0" algn="l">
              <a:spcBef>
                <a:spcPts val="1200"/>
              </a:spcBef>
              <a:spcAft>
                <a:spcPts val="1200"/>
              </a:spcAft>
              <a:buNone/>
            </a:pPr>
            <a:r>
              <a:rPr lang="en"/>
              <a:t>Plan out where equipment is needed during the week, etc</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8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Business Rules</a:t>
            </a:r>
            <a:endParaRPr/>
          </a:p>
        </p:txBody>
      </p:sp>
      <p:sp>
        <p:nvSpPr>
          <p:cNvPr id="660" name="Google Shape;660;p82"/>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4" name="Shape 664"/>
        <p:cNvGrpSpPr/>
        <p:nvPr/>
      </p:nvGrpSpPr>
      <p:grpSpPr>
        <a:xfrm>
          <a:off x="0" y="0"/>
          <a:ext cx="0" cy="0"/>
          <a:chOff x="0" y="0"/>
          <a:chExt cx="0" cy="0"/>
        </a:xfrm>
      </p:grpSpPr>
      <p:sp>
        <p:nvSpPr>
          <p:cNvPr id="665" name="Google Shape;665;p83"/>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Normalization of our data</a:t>
            </a:r>
            <a:endParaRPr/>
          </a:p>
        </p:txBody>
      </p:sp>
      <p:sp>
        <p:nvSpPr>
          <p:cNvPr id="666" name="Google Shape;666;p83"/>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0" name="Shape 670"/>
        <p:cNvGrpSpPr/>
        <p:nvPr/>
      </p:nvGrpSpPr>
      <p:grpSpPr>
        <a:xfrm>
          <a:off x="0" y="0"/>
          <a:ext cx="0" cy="0"/>
          <a:chOff x="0" y="0"/>
          <a:chExt cx="0" cy="0"/>
        </a:xfrm>
      </p:grpSpPr>
      <p:sp>
        <p:nvSpPr>
          <p:cNvPr id="671" name="Google Shape;671;p8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ERD</a:t>
            </a:r>
            <a:endParaRPr/>
          </a:p>
        </p:txBody>
      </p:sp>
      <p:sp>
        <p:nvSpPr>
          <p:cNvPr id="672" name="Google Shape;672;p8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6" name="Shape 676"/>
        <p:cNvGrpSpPr/>
        <p:nvPr/>
      </p:nvGrpSpPr>
      <p:grpSpPr>
        <a:xfrm>
          <a:off x="0" y="0"/>
          <a:ext cx="0" cy="0"/>
          <a:chOff x="0" y="0"/>
          <a:chExt cx="0" cy="0"/>
        </a:xfrm>
      </p:grpSpPr>
      <p:sp>
        <p:nvSpPr>
          <p:cNvPr id="677" name="Google Shape;677;p85"/>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ERD + Constraints</a:t>
            </a:r>
            <a:endParaRPr/>
          </a:p>
        </p:txBody>
      </p:sp>
      <p:sp>
        <p:nvSpPr>
          <p:cNvPr id="678" name="Google Shape;678;p85"/>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p8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Insertion / Sample Data</a:t>
            </a:r>
            <a:endParaRPr/>
          </a:p>
        </p:txBody>
      </p:sp>
      <p:sp>
        <p:nvSpPr>
          <p:cNvPr id="684" name="Google Shape;684;p8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8" name="Shape 688"/>
        <p:cNvGrpSpPr/>
        <p:nvPr/>
      </p:nvGrpSpPr>
      <p:grpSpPr>
        <a:xfrm>
          <a:off x="0" y="0"/>
          <a:ext cx="0" cy="0"/>
          <a:chOff x="0" y="0"/>
          <a:chExt cx="0" cy="0"/>
        </a:xfrm>
      </p:grpSpPr>
      <p:sp>
        <p:nvSpPr>
          <p:cNvPr id="689" name="Google Shape;689;p8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Sample Query 1</a:t>
            </a:r>
            <a:endParaRPr/>
          </a:p>
        </p:txBody>
      </p:sp>
      <p:sp>
        <p:nvSpPr>
          <p:cNvPr id="690" name="Google Shape;690;p8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Written explanation of the query</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Code for the query</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n"/>
              <a:t>Result</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4" name="Shape 694"/>
        <p:cNvGrpSpPr/>
        <p:nvPr/>
      </p:nvGrpSpPr>
      <p:grpSpPr>
        <a:xfrm>
          <a:off x="0" y="0"/>
          <a:ext cx="0" cy="0"/>
          <a:chOff x="0" y="0"/>
          <a:chExt cx="0" cy="0"/>
        </a:xfrm>
      </p:grpSpPr>
      <p:sp>
        <p:nvSpPr>
          <p:cNvPr id="695" name="Google Shape;695;p8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Sample Query 2</a:t>
            </a:r>
            <a:endParaRPr/>
          </a:p>
        </p:txBody>
      </p:sp>
      <p:sp>
        <p:nvSpPr>
          <p:cNvPr id="696" name="Google Shape;696;p8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a:t>Written explanation of the query</a:t>
            </a:r>
            <a:endParaRPr/>
          </a:p>
          <a:p>
            <a:pPr indent="0" lvl="0" marL="0" rtl="0" algn="l">
              <a:spcBef>
                <a:spcPts val="1200"/>
              </a:spcBef>
              <a:spcAft>
                <a:spcPts val="0"/>
              </a:spcAft>
              <a:buClr>
                <a:schemeClr val="dk1"/>
              </a:buClr>
              <a:buSzPts val="1100"/>
              <a:buFont typeface="Arial"/>
              <a:buNone/>
            </a:pPr>
            <a:r>
              <a:t/>
            </a:r>
            <a:endParaRPr/>
          </a:p>
          <a:p>
            <a:pPr indent="0" lvl="0" marL="0" rtl="0" algn="l">
              <a:spcBef>
                <a:spcPts val="1200"/>
              </a:spcBef>
              <a:spcAft>
                <a:spcPts val="0"/>
              </a:spcAft>
              <a:buClr>
                <a:schemeClr val="dk1"/>
              </a:buClr>
              <a:buSzPts val="1100"/>
              <a:buFont typeface="Arial"/>
              <a:buNone/>
            </a:pPr>
            <a:r>
              <a:rPr lang="en"/>
              <a:t>Code for the query</a:t>
            </a:r>
            <a:endParaRPr/>
          </a:p>
          <a:p>
            <a:pPr indent="0" lvl="0" marL="0" rtl="0" algn="l">
              <a:spcBef>
                <a:spcPts val="1200"/>
              </a:spcBef>
              <a:spcAft>
                <a:spcPts val="0"/>
              </a:spcAft>
              <a:buClr>
                <a:schemeClr val="dk1"/>
              </a:buClr>
              <a:buSzPts val="1100"/>
              <a:buFont typeface="Arial"/>
              <a:buNone/>
            </a:pPr>
            <a:r>
              <a:t/>
            </a:r>
            <a:endParaRPr/>
          </a:p>
          <a:p>
            <a:pPr indent="0" lvl="0" marL="0" rtl="0" algn="l">
              <a:spcBef>
                <a:spcPts val="1200"/>
              </a:spcBef>
              <a:spcAft>
                <a:spcPts val="0"/>
              </a:spcAft>
              <a:buClr>
                <a:schemeClr val="dk1"/>
              </a:buClr>
              <a:buSzPts val="1100"/>
              <a:buFont typeface="Arial"/>
              <a:buNone/>
            </a:pPr>
            <a:r>
              <a:rPr lang="en"/>
              <a:t>Result</a:t>
            </a:r>
            <a:endParaRPr/>
          </a:p>
          <a:p>
            <a:pPr indent="0" lvl="0" marL="0" rtl="0" algn="l">
              <a:spcBef>
                <a:spcPts val="1200"/>
              </a:spcBef>
              <a:spcAft>
                <a:spcPts val="1200"/>
              </a:spcAft>
              <a:buNone/>
            </a:pPr>
            <a:r>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0" name="Shape 700"/>
        <p:cNvGrpSpPr/>
        <p:nvPr/>
      </p:nvGrpSpPr>
      <p:grpSpPr>
        <a:xfrm>
          <a:off x="0" y="0"/>
          <a:ext cx="0" cy="0"/>
          <a:chOff x="0" y="0"/>
          <a:chExt cx="0" cy="0"/>
        </a:xfrm>
      </p:grpSpPr>
      <p:sp>
        <p:nvSpPr>
          <p:cNvPr id="701" name="Google Shape;701;p8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Sample Query 3</a:t>
            </a:r>
            <a:endParaRPr/>
          </a:p>
        </p:txBody>
      </p:sp>
      <p:sp>
        <p:nvSpPr>
          <p:cNvPr id="702" name="Google Shape;702;p8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Written explanation of the query</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Code for the query</a:t>
            </a:r>
            <a:endParaRPr/>
          </a:p>
          <a:p>
            <a:pPr indent="0" lvl="0" marL="0" rtl="0" algn="l">
              <a:spcBef>
                <a:spcPts val="1200"/>
              </a:spcBef>
              <a:spcAft>
                <a:spcPts val="0"/>
              </a:spcAft>
              <a:buNone/>
            </a:pPr>
            <a:r>
              <a:t/>
            </a:r>
            <a:endParaRPr/>
          </a:p>
          <a:p>
            <a:pPr indent="0" lvl="0" marL="0" rtl="0" algn="l">
              <a:spcBef>
                <a:spcPts val="1200"/>
              </a:spcBef>
              <a:spcAft>
                <a:spcPts val="0"/>
              </a:spcAft>
              <a:buNone/>
            </a:pPr>
            <a:r>
              <a:rPr lang="en"/>
              <a:t>Result</a:t>
            </a:r>
            <a:endParaRPr/>
          </a:p>
          <a:p>
            <a:pPr indent="0" lvl="0" marL="0" rtl="0" algn="l">
              <a:spcBef>
                <a:spcPts val="1200"/>
              </a:spcBef>
              <a:spcAft>
                <a:spcPts val="120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Business Plan Presentation">
  <a:themeElements>
    <a:clrScheme name="Simple Light">
      <a:dk1>
        <a:srgbClr val="F9F9F9"/>
      </a:dk1>
      <a:lt1>
        <a:srgbClr val="183C40"/>
      </a:lt1>
      <a:dk2>
        <a:srgbClr val="20494D"/>
      </a:dk2>
      <a:lt2>
        <a:srgbClr val="799DA7"/>
      </a:lt2>
      <a:accent1>
        <a:srgbClr val="B0D5CD"/>
      </a:accent1>
      <a:accent2>
        <a:srgbClr val="A6DAEA"/>
      </a:accent2>
      <a:accent3>
        <a:srgbClr val="B78D43"/>
      </a:accent3>
      <a:accent4>
        <a:srgbClr val="9AA864"/>
      </a:accent4>
      <a:accent5>
        <a:srgbClr val="426345"/>
      </a:accent5>
      <a:accent6>
        <a:srgbClr val="DCDCDC"/>
      </a:accent6>
      <a:hlink>
        <a:srgbClr val="B0D5C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