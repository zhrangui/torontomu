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12" r:id="rId4"/>
    <p:sldMasterId id="2147483713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embeddedFontLst>
    <p:embeddedFont>
      <p:font typeface="Afacad Flux"/>
      <p:regular r:id="rId33"/>
      <p:bold r:id="rId34"/>
    </p:embeddedFont>
    <p:embeddedFont>
      <p:font typeface="Newsreader"/>
      <p:regular r:id="rId35"/>
      <p:bold r:id="rId36"/>
      <p:italic r:id="rId37"/>
      <p:boldItalic r:id="rId38"/>
    </p:embeddedFont>
    <p:embeddedFont>
      <p:font typeface="DM Sans Light"/>
      <p:regular r:id="rId39"/>
      <p:bold r:id="rId40"/>
      <p:italic r:id="rId41"/>
      <p:boldItalic r:id="rId42"/>
    </p:embeddedFont>
    <p:embeddedFont>
      <p:font typeface="DM Sans SemiBold"/>
      <p:regular r:id="rId43"/>
      <p:bold r:id="rId44"/>
      <p:italic r:id="rId45"/>
      <p:boldItalic r:id="rId46"/>
    </p:embeddedFont>
    <p:embeddedFont>
      <p:font typeface="DM Sans"/>
      <p:regular r:id="rId47"/>
      <p:bold r:id="rId48"/>
      <p:italic r:id="rId49"/>
      <p:boldItalic r:id="rId50"/>
    </p:embeddedFont>
    <p:embeddedFont>
      <p:font typeface="Newsreader SemiBold"/>
      <p:regular r:id="rId51"/>
      <p:bold r:id="rId52"/>
      <p:italic r:id="rId53"/>
      <p:boldItalic r:id="rId5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DMSansLight-bold.fntdata"/><Relationship Id="rId42" Type="http://schemas.openxmlformats.org/officeDocument/2006/relationships/font" Target="fonts/DMSansLight-boldItalic.fntdata"/><Relationship Id="rId41" Type="http://schemas.openxmlformats.org/officeDocument/2006/relationships/font" Target="fonts/DMSansLight-italic.fntdata"/><Relationship Id="rId44" Type="http://schemas.openxmlformats.org/officeDocument/2006/relationships/font" Target="fonts/DMSansSemiBold-bold.fntdata"/><Relationship Id="rId43" Type="http://schemas.openxmlformats.org/officeDocument/2006/relationships/font" Target="fonts/DMSansSemiBold-regular.fntdata"/><Relationship Id="rId46" Type="http://schemas.openxmlformats.org/officeDocument/2006/relationships/font" Target="fonts/DMSansSemiBold-boldItalic.fntdata"/><Relationship Id="rId45" Type="http://schemas.openxmlformats.org/officeDocument/2006/relationships/font" Target="fonts/DMSansSemiBold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DMSans-bold.fntdata"/><Relationship Id="rId47" Type="http://schemas.openxmlformats.org/officeDocument/2006/relationships/font" Target="fonts/DMSans-regular.fntdata"/><Relationship Id="rId49" Type="http://schemas.openxmlformats.org/officeDocument/2006/relationships/font" Target="fonts/DMSans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font" Target="fonts/AfacadFlux-regular.fntdata"/><Relationship Id="rId32" Type="http://schemas.openxmlformats.org/officeDocument/2006/relationships/slide" Target="slides/slide26.xml"/><Relationship Id="rId35" Type="http://schemas.openxmlformats.org/officeDocument/2006/relationships/font" Target="fonts/Newsreader-regular.fntdata"/><Relationship Id="rId34" Type="http://schemas.openxmlformats.org/officeDocument/2006/relationships/font" Target="fonts/AfacadFlux-bold.fntdata"/><Relationship Id="rId37" Type="http://schemas.openxmlformats.org/officeDocument/2006/relationships/font" Target="fonts/Newsreader-italic.fntdata"/><Relationship Id="rId36" Type="http://schemas.openxmlformats.org/officeDocument/2006/relationships/font" Target="fonts/Newsreader-bold.fntdata"/><Relationship Id="rId39" Type="http://schemas.openxmlformats.org/officeDocument/2006/relationships/font" Target="fonts/DMSansLight-regular.fntdata"/><Relationship Id="rId38" Type="http://schemas.openxmlformats.org/officeDocument/2006/relationships/font" Target="fonts/Newsreader-boldItalic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NewsreaderSemiBold-regular.fntdata"/><Relationship Id="rId50" Type="http://schemas.openxmlformats.org/officeDocument/2006/relationships/font" Target="fonts/DMSans-boldItalic.fntdata"/><Relationship Id="rId53" Type="http://schemas.openxmlformats.org/officeDocument/2006/relationships/font" Target="fonts/NewsreaderSemiBold-italic.fntdata"/><Relationship Id="rId52" Type="http://schemas.openxmlformats.org/officeDocument/2006/relationships/font" Target="fonts/NewsreaderSemiBold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54" Type="http://schemas.openxmlformats.org/officeDocument/2006/relationships/font" Target="fonts/NewsreaderSemiBold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8d30e4266_0_17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a8d30e4266_0_17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a8d30e4266_0_22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3a8d30e4266_0_22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a8d30e4266_0_23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3a8d30e4266_0_23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a8d30e4266_0_23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4" name="Google Shape;534;g3a8d30e4266_0_23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 - Underlined rules are ones that we can emphasize. Last underlined one can lead us to talking about the N:N relationship, which can be broken down into a bridge table. Not mentioned here because that’s not a business rule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a8d30e4266_0_23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a8d30e4266_0_23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a8d30e4266_0_2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a8d30e4266_0_2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 - Tables with a fire are the ones meeting the 5 attribute minimum requirement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8d30e4266_0_23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a8d30e4266_0_23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g3a8d30e4266_0_23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9" name="Google Shape;579;g3a8d30e4266_0_2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a8d30e4266_0_23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3a8d30e4266_0_23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a8d30e4266_0_24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3a8d30e4266_0_24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3a8d30e4266_0_24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3a8d30e4266_0_24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a8d30e4266_0_24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a8d30e4266_0_24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8d30e4266_0_24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8d30e4266_0_24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3aa927e3030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3aa927e3030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3aa927e303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3aa927e303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aa927e3030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aa927e3030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8d30e426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a8d30e426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8d30e4266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8d30e4266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8d30e426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a8d30e426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a8d30e426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a8d30e426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a8d30e426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a8d30e426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a8d30e4266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a8d30e426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a8d30e426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a8d30e426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a8d30e4266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a8d30e4266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8d30e4266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a8d30e4266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a8d30e4266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a8d30e4266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 only">
  <p:cSld name="BLANK_1_1_1_1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" name="Google Shape;57;p14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3 Columns">
  <p:cSld name="BLANK_1_1_1_1_3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5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62" name="Google Shape;62;p15"/>
          <p:cNvSpPr txBox="1"/>
          <p:nvPr>
            <p:ph idx="2" type="subTitle"/>
          </p:nvPr>
        </p:nvSpPr>
        <p:spPr>
          <a:xfrm>
            <a:off x="362125" y="1853425"/>
            <a:ext cx="20616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3" type="subTitle"/>
          </p:nvPr>
        </p:nvSpPr>
        <p:spPr>
          <a:xfrm>
            <a:off x="3154650" y="1853425"/>
            <a:ext cx="20616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4" type="subTitle"/>
          </p:nvPr>
        </p:nvSpPr>
        <p:spPr>
          <a:xfrm>
            <a:off x="6216650" y="1853425"/>
            <a:ext cx="20616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5" type="subTitle"/>
          </p:nvPr>
        </p:nvSpPr>
        <p:spPr>
          <a:xfrm>
            <a:off x="362125" y="2206700"/>
            <a:ext cx="2575800" cy="124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yebrow ">
  <p:cSld name="BLANK_1_1_1_1_2_1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p16"/>
          <p:cNvSpPr txBox="1"/>
          <p:nvPr>
            <p:ph type="title"/>
          </p:nvPr>
        </p:nvSpPr>
        <p:spPr>
          <a:xfrm>
            <a:off x="361975" y="988557"/>
            <a:ext cx="5018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69" name="Google Shape;69;p16"/>
          <p:cNvSpPr txBox="1"/>
          <p:nvPr>
            <p:ph idx="1" type="subTitle"/>
          </p:nvPr>
        </p:nvSpPr>
        <p:spPr>
          <a:xfrm>
            <a:off x="361975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2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agenda">
  <p:cSld name="BLANK_1_1_1_1_1_1_1_1_1_1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 txBox="1"/>
          <p:nvPr>
            <p:ph idx="1" type="subTitle"/>
          </p:nvPr>
        </p:nvSpPr>
        <p:spPr>
          <a:xfrm>
            <a:off x="361975" y="2841984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3" name="Google Shape;73;p17"/>
          <p:cNvSpPr txBox="1"/>
          <p:nvPr>
            <p:ph type="title"/>
          </p:nvPr>
        </p:nvSpPr>
        <p:spPr>
          <a:xfrm>
            <a:off x="361975" y="962100"/>
            <a:ext cx="4163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7"/>
          <p:cNvSpPr txBox="1"/>
          <p:nvPr>
            <p:ph idx="2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6" name="Google Shape;76;p17"/>
          <p:cNvSpPr txBox="1"/>
          <p:nvPr>
            <p:ph idx="3" type="subTitle"/>
          </p:nvPr>
        </p:nvSpPr>
        <p:spPr>
          <a:xfrm>
            <a:off x="4909675" y="2841984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7" name="Google Shape;77;p17"/>
          <p:cNvSpPr txBox="1"/>
          <p:nvPr>
            <p:ph idx="4" type="subTitle"/>
          </p:nvPr>
        </p:nvSpPr>
        <p:spPr>
          <a:xfrm>
            <a:off x="361975" y="3493626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5" type="subTitle"/>
          </p:nvPr>
        </p:nvSpPr>
        <p:spPr>
          <a:xfrm>
            <a:off x="4909675" y="3493626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" name="Google Shape;79;p17"/>
          <p:cNvSpPr txBox="1"/>
          <p:nvPr>
            <p:ph idx="6" type="subTitle"/>
          </p:nvPr>
        </p:nvSpPr>
        <p:spPr>
          <a:xfrm>
            <a:off x="361975" y="4145267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7"/>
          <p:cNvSpPr txBox="1"/>
          <p:nvPr>
            <p:ph idx="7" type="subTitle"/>
          </p:nvPr>
        </p:nvSpPr>
        <p:spPr>
          <a:xfrm>
            <a:off x="4909675" y="4145267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Horizontal - Light">
  <p:cSld name="BLANK_1_1_1_1_1_1_1_1_1_1_1_1_1_1_2">
    <p:bg>
      <p:bgPr>
        <a:solidFill>
          <a:schemeClr val="accent6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u="sng"/>
          </a:p>
        </p:txBody>
      </p:sp>
      <p:sp>
        <p:nvSpPr>
          <p:cNvPr id="83" name="Google Shape;83;p18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4845475" y="136102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85" name="Google Shape;85;p18"/>
          <p:cNvSpPr txBox="1"/>
          <p:nvPr>
            <p:ph idx="3" type="subTitle"/>
          </p:nvPr>
        </p:nvSpPr>
        <p:spPr>
          <a:xfrm>
            <a:off x="4845475" y="102837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845475" y="2595865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7" name="Google Shape;87;p18"/>
          <p:cNvSpPr txBox="1"/>
          <p:nvPr>
            <p:ph idx="5" type="subTitle"/>
          </p:nvPr>
        </p:nvSpPr>
        <p:spPr>
          <a:xfrm>
            <a:off x="4845475" y="2263215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body"/>
          </p:nvPr>
        </p:nvSpPr>
        <p:spPr>
          <a:xfrm>
            <a:off x="4845475" y="387007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7" type="subTitle"/>
          </p:nvPr>
        </p:nvSpPr>
        <p:spPr>
          <a:xfrm>
            <a:off x="4845475" y="353742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0" name="Google Shape;90;p18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91" name="Google Shape;91;p18"/>
          <p:cNvSpPr txBox="1"/>
          <p:nvPr>
            <p:ph idx="8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Horizontal - Light - Alt 1">
  <p:cSld name="BLANK_1_1_1_1_1_1_1_1_1_1_1_1_1_1_2_2">
    <p:bg>
      <p:bgPr>
        <a:solidFill>
          <a:schemeClr val="accent6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2" type="body"/>
          </p:nvPr>
        </p:nvSpPr>
        <p:spPr>
          <a:xfrm>
            <a:off x="4845475" y="998689"/>
            <a:ext cx="33825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95" name="Google Shape;95;p19"/>
          <p:cNvSpPr txBox="1"/>
          <p:nvPr>
            <p:ph idx="3" type="subTitle"/>
          </p:nvPr>
        </p:nvSpPr>
        <p:spPr>
          <a:xfrm>
            <a:off x="4845475" y="666041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7" name="Google Shape;97;p19"/>
          <p:cNvSpPr txBox="1"/>
          <p:nvPr>
            <p:ph idx="4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9"/>
          <p:cNvSpPr txBox="1"/>
          <p:nvPr>
            <p:ph idx="5" type="body"/>
          </p:nvPr>
        </p:nvSpPr>
        <p:spPr>
          <a:xfrm>
            <a:off x="4845475" y="3927439"/>
            <a:ext cx="33825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9" name="Google Shape;99;p19"/>
          <p:cNvSpPr txBox="1"/>
          <p:nvPr>
            <p:ph idx="6" type="subTitle"/>
          </p:nvPr>
        </p:nvSpPr>
        <p:spPr>
          <a:xfrm>
            <a:off x="4845475" y="3594791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0" name="Google Shape;100;p19"/>
          <p:cNvSpPr txBox="1"/>
          <p:nvPr>
            <p:ph idx="7" type="body"/>
          </p:nvPr>
        </p:nvSpPr>
        <p:spPr>
          <a:xfrm>
            <a:off x="4845475" y="2431037"/>
            <a:ext cx="33825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1" name="Google Shape;101;p19"/>
          <p:cNvSpPr txBox="1"/>
          <p:nvPr>
            <p:ph idx="8" type="subTitle"/>
          </p:nvPr>
        </p:nvSpPr>
        <p:spPr>
          <a:xfrm>
            <a:off x="4845475" y="2098390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2" name="Google Shape;102;p19"/>
          <p:cNvSpPr txBox="1"/>
          <p:nvPr>
            <p:ph idx="9" type="body"/>
          </p:nvPr>
        </p:nvSpPr>
        <p:spPr>
          <a:xfrm>
            <a:off x="356100" y="3243900"/>
            <a:ext cx="2798700" cy="1334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Horizontal - Dark">
  <p:cSld name="BLANK_1_1_1_1_1_1_1_1_1_1_1_1_1_1_2_1">
    <p:bg>
      <p:bgPr>
        <a:solidFill>
          <a:schemeClr val="l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5" name="Google Shape;105;p20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6" name="Google Shape;106;p20"/>
          <p:cNvSpPr txBox="1"/>
          <p:nvPr>
            <p:ph idx="2" type="body"/>
          </p:nvPr>
        </p:nvSpPr>
        <p:spPr>
          <a:xfrm>
            <a:off x="4845475" y="136102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07" name="Google Shape;107;p20"/>
          <p:cNvSpPr txBox="1"/>
          <p:nvPr>
            <p:ph idx="3" type="subTitle"/>
          </p:nvPr>
        </p:nvSpPr>
        <p:spPr>
          <a:xfrm>
            <a:off x="4845475" y="102837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8" name="Google Shape;108;p20"/>
          <p:cNvSpPr txBox="1"/>
          <p:nvPr>
            <p:ph idx="4" type="body"/>
          </p:nvPr>
        </p:nvSpPr>
        <p:spPr>
          <a:xfrm>
            <a:off x="4845475" y="2595865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9" name="Google Shape;109;p20"/>
          <p:cNvSpPr txBox="1"/>
          <p:nvPr>
            <p:ph idx="5" type="subTitle"/>
          </p:nvPr>
        </p:nvSpPr>
        <p:spPr>
          <a:xfrm>
            <a:off x="4845475" y="2263215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0" name="Google Shape;110;p20"/>
          <p:cNvSpPr txBox="1"/>
          <p:nvPr>
            <p:ph idx="6" type="body"/>
          </p:nvPr>
        </p:nvSpPr>
        <p:spPr>
          <a:xfrm>
            <a:off x="4845475" y="387007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11" name="Google Shape;111;p20"/>
          <p:cNvSpPr txBox="1"/>
          <p:nvPr>
            <p:ph idx="7" type="subTitle"/>
          </p:nvPr>
        </p:nvSpPr>
        <p:spPr>
          <a:xfrm>
            <a:off x="4845475" y="353742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2" name="Google Shape;112;p20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3" name="Google Shape;113;p20"/>
          <p:cNvSpPr txBox="1"/>
          <p:nvPr>
            <p:ph idx="8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four big ideas">
  <p:cSld name="BLANK_1_1_1_1_1_1_1_1_1_1_1_1_1_1_1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idx="1" type="body"/>
          </p:nvPr>
        </p:nvSpPr>
        <p:spPr>
          <a:xfrm>
            <a:off x="2610420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16" name="Google Shape;116;p21"/>
          <p:cNvSpPr txBox="1"/>
          <p:nvPr>
            <p:ph idx="2" type="subTitle"/>
          </p:nvPr>
        </p:nvSpPr>
        <p:spPr>
          <a:xfrm>
            <a:off x="2610418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7" name="Google Shape;117;p2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" name="Google Shape;118;p21"/>
          <p:cNvSpPr txBox="1"/>
          <p:nvPr>
            <p:ph idx="3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9" name="Google Shape;119;p21"/>
          <p:cNvSpPr txBox="1"/>
          <p:nvPr>
            <p:ph idx="4" type="body"/>
          </p:nvPr>
        </p:nvSpPr>
        <p:spPr>
          <a:xfrm>
            <a:off x="4889772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0" name="Google Shape;120;p21"/>
          <p:cNvSpPr txBox="1"/>
          <p:nvPr>
            <p:ph idx="5" type="subTitle"/>
          </p:nvPr>
        </p:nvSpPr>
        <p:spPr>
          <a:xfrm>
            <a:off x="4889774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21" name="Google Shape;121;p21"/>
          <p:cNvSpPr txBox="1"/>
          <p:nvPr>
            <p:ph idx="6" type="body"/>
          </p:nvPr>
        </p:nvSpPr>
        <p:spPr>
          <a:xfrm>
            <a:off x="7130875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22" name="Google Shape;122;p21"/>
          <p:cNvSpPr txBox="1"/>
          <p:nvPr>
            <p:ph idx="7" type="subTitle"/>
          </p:nvPr>
        </p:nvSpPr>
        <p:spPr>
          <a:xfrm>
            <a:off x="7130874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23" name="Google Shape;123;p21"/>
          <p:cNvSpPr txBox="1"/>
          <p:nvPr>
            <p:ph idx="8" type="body"/>
          </p:nvPr>
        </p:nvSpPr>
        <p:spPr>
          <a:xfrm>
            <a:off x="360525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9" type="subTitle"/>
          </p:nvPr>
        </p:nvSpPr>
        <p:spPr>
          <a:xfrm>
            <a:off x="360533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25" name="Google Shape;125;p21"/>
          <p:cNvSpPr txBox="1"/>
          <p:nvPr>
            <p:ph idx="13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type="title"/>
          </p:nvPr>
        </p:nvSpPr>
        <p:spPr>
          <a:xfrm>
            <a:off x="1938175" y="988550"/>
            <a:ext cx="5267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ve big ideas">
  <p:cSld name="BLANK_1_1_1_1_1_1_1_1_1_1_1_1_1_1_1_3">
    <p:bg>
      <p:bgPr>
        <a:solidFill>
          <a:schemeClr val="accent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9" name="Google Shape;129;p22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2"/>
          <p:cNvSpPr txBox="1"/>
          <p:nvPr>
            <p:ph idx="2" type="body"/>
          </p:nvPr>
        </p:nvSpPr>
        <p:spPr>
          <a:xfrm>
            <a:off x="361975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1" name="Google Shape;131;p22"/>
          <p:cNvSpPr txBox="1"/>
          <p:nvPr>
            <p:ph idx="3" type="subTitle"/>
          </p:nvPr>
        </p:nvSpPr>
        <p:spPr>
          <a:xfrm>
            <a:off x="361975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2" name="Google Shape;132;p22"/>
          <p:cNvSpPr txBox="1"/>
          <p:nvPr>
            <p:ph idx="4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3" name="Google Shape;133;p22"/>
          <p:cNvSpPr txBox="1"/>
          <p:nvPr>
            <p:ph type="title"/>
          </p:nvPr>
        </p:nvSpPr>
        <p:spPr>
          <a:xfrm>
            <a:off x="1938175" y="988550"/>
            <a:ext cx="5267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134" name="Google Shape;134;p22"/>
          <p:cNvSpPr txBox="1"/>
          <p:nvPr>
            <p:ph idx="5" type="subTitle"/>
          </p:nvPr>
        </p:nvSpPr>
        <p:spPr>
          <a:xfrm>
            <a:off x="7319275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5" name="Google Shape;135;p22"/>
          <p:cNvSpPr txBox="1"/>
          <p:nvPr>
            <p:ph idx="6" type="body"/>
          </p:nvPr>
        </p:nvSpPr>
        <p:spPr>
          <a:xfrm>
            <a:off x="2101300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6" name="Google Shape;136;p22"/>
          <p:cNvSpPr txBox="1"/>
          <p:nvPr>
            <p:ph idx="7" type="body"/>
          </p:nvPr>
        </p:nvSpPr>
        <p:spPr>
          <a:xfrm>
            <a:off x="3840625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7" name="Google Shape;137;p22"/>
          <p:cNvSpPr txBox="1"/>
          <p:nvPr>
            <p:ph idx="8" type="body"/>
          </p:nvPr>
        </p:nvSpPr>
        <p:spPr>
          <a:xfrm>
            <a:off x="5579950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8" name="Google Shape;138;p22"/>
          <p:cNvSpPr txBox="1"/>
          <p:nvPr>
            <p:ph idx="9" type="subTitle"/>
          </p:nvPr>
        </p:nvSpPr>
        <p:spPr>
          <a:xfrm>
            <a:off x="2101300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9" name="Google Shape;139;p22"/>
          <p:cNvSpPr txBox="1"/>
          <p:nvPr>
            <p:ph idx="13" type="subTitle"/>
          </p:nvPr>
        </p:nvSpPr>
        <p:spPr>
          <a:xfrm>
            <a:off x="3840625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0" name="Google Shape;140;p22"/>
          <p:cNvSpPr txBox="1"/>
          <p:nvPr>
            <p:ph idx="14" type="subTitle"/>
          </p:nvPr>
        </p:nvSpPr>
        <p:spPr>
          <a:xfrm>
            <a:off x="5579950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1" name="Google Shape;141;p22"/>
          <p:cNvSpPr txBox="1"/>
          <p:nvPr>
            <p:ph idx="15" type="body"/>
          </p:nvPr>
        </p:nvSpPr>
        <p:spPr>
          <a:xfrm>
            <a:off x="7319275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 - Alt 1">
  <p:cSld name="BLANK_1_1_1_1_1_1_1_1_1_1_1_1_1_1_1_2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4" name="Google Shape;144;p23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5" name="Google Shape;145;p23"/>
          <p:cNvSpPr txBox="1"/>
          <p:nvPr>
            <p:ph idx="2" type="body"/>
          </p:nvPr>
        </p:nvSpPr>
        <p:spPr>
          <a:xfrm>
            <a:off x="7130875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6" name="Google Shape;146;p23"/>
          <p:cNvSpPr txBox="1"/>
          <p:nvPr>
            <p:ph idx="3" type="subTitle"/>
          </p:nvPr>
        </p:nvSpPr>
        <p:spPr>
          <a:xfrm>
            <a:off x="7130875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7" name="Google Shape;147;p23"/>
          <p:cNvSpPr txBox="1"/>
          <p:nvPr>
            <p:ph idx="4" type="subTitle"/>
          </p:nvPr>
        </p:nvSpPr>
        <p:spPr>
          <a:xfrm>
            <a:off x="7130875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8" name="Google Shape;148;p23"/>
          <p:cNvSpPr txBox="1"/>
          <p:nvPr>
            <p:ph idx="5" type="body"/>
          </p:nvPr>
        </p:nvSpPr>
        <p:spPr>
          <a:xfrm>
            <a:off x="4892138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9" name="Google Shape;149;p23"/>
          <p:cNvSpPr txBox="1"/>
          <p:nvPr>
            <p:ph idx="6" type="subTitle"/>
          </p:nvPr>
        </p:nvSpPr>
        <p:spPr>
          <a:xfrm>
            <a:off x="4892138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0" name="Google Shape;150;p23"/>
          <p:cNvSpPr txBox="1"/>
          <p:nvPr>
            <p:ph idx="7" type="subTitle"/>
          </p:nvPr>
        </p:nvSpPr>
        <p:spPr>
          <a:xfrm>
            <a:off x="4892138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1" name="Google Shape;151;p23"/>
          <p:cNvSpPr txBox="1"/>
          <p:nvPr>
            <p:ph idx="8" type="body"/>
          </p:nvPr>
        </p:nvSpPr>
        <p:spPr>
          <a:xfrm>
            <a:off x="2607050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2" name="Google Shape;152;p23"/>
          <p:cNvSpPr txBox="1"/>
          <p:nvPr>
            <p:ph idx="9" type="subTitle"/>
          </p:nvPr>
        </p:nvSpPr>
        <p:spPr>
          <a:xfrm>
            <a:off x="2607050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3" name="Google Shape;153;p23"/>
          <p:cNvSpPr txBox="1"/>
          <p:nvPr>
            <p:ph idx="13" type="subTitle"/>
          </p:nvPr>
        </p:nvSpPr>
        <p:spPr>
          <a:xfrm>
            <a:off x="2607050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4" name="Google Shape;154;p23"/>
          <p:cNvSpPr txBox="1"/>
          <p:nvPr>
            <p:ph idx="14" type="body"/>
          </p:nvPr>
        </p:nvSpPr>
        <p:spPr>
          <a:xfrm>
            <a:off x="361975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5" name="Google Shape;155;p23"/>
          <p:cNvSpPr txBox="1"/>
          <p:nvPr>
            <p:ph idx="15" type="subTitle"/>
          </p:nvPr>
        </p:nvSpPr>
        <p:spPr>
          <a:xfrm>
            <a:off x="361975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6" name="Google Shape;156;p23"/>
          <p:cNvSpPr txBox="1"/>
          <p:nvPr>
            <p:ph idx="16" type="subTitle"/>
          </p:nvPr>
        </p:nvSpPr>
        <p:spPr>
          <a:xfrm>
            <a:off x="361975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7" name="Google Shape;157;p23"/>
          <p:cNvSpPr txBox="1"/>
          <p:nvPr>
            <p:ph idx="17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8" name="Google Shape;158;p23"/>
          <p:cNvSpPr txBox="1"/>
          <p:nvPr>
            <p:ph type="title"/>
          </p:nvPr>
        </p:nvSpPr>
        <p:spPr>
          <a:xfrm>
            <a:off x="1406600" y="988557"/>
            <a:ext cx="63309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>
  <p:cSld name="CUSTOM_7_1_1_1_1_1_1_1_1_1_1_1_1_1_1_1_1">
    <p:bg>
      <p:bgPr>
        <a:solidFill>
          <a:schemeClr val="l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/>
          <p:nvPr>
            <p:ph idx="2" type="pic"/>
          </p:nvPr>
        </p:nvSpPr>
        <p:spPr>
          <a:xfrm>
            <a:off x="4587725" y="-8750"/>
            <a:ext cx="4572000" cy="5152200"/>
          </a:xfrm>
          <a:prstGeom prst="rect">
            <a:avLst/>
          </a:prstGeom>
          <a:noFill/>
          <a:ln>
            <a:noFill/>
          </a:ln>
        </p:spPr>
      </p:sp>
      <p:sp>
        <p:nvSpPr>
          <p:cNvPr id="161" name="Google Shape;161;p24"/>
          <p:cNvSpPr txBox="1"/>
          <p:nvPr>
            <p:ph type="title"/>
          </p:nvPr>
        </p:nvSpPr>
        <p:spPr>
          <a:xfrm>
            <a:off x="361975" y="923525"/>
            <a:ext cx="38601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2" name="Google Shape;162;p24"/>
          <p:cNvSpPr txBox="1"/>
          <p:nvPr>
            <p:ph idx="1" type="subTitle"/>
          </p:nvPr>
        </p:nvSpPr>
        <p:spPr>
          <a:xfrm>
            <a:off x="361975" y="255533"/>
            <a:ext cx="3860100" cy="3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3" name="Google Shape;163;p24"/>
          <p:cNvSpPr txBox="1"/>
          <p:nvPr>
            <p:ph idx="3" type="body"/>
          </p:nvPr>
        </p:nvSpPr>
        <p:spPr>
          <a:xfrm>
            <a:off x="547575" y="3337797"/>
            <a:ext cx="3492600" cy="132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 and Four steps">
  <p:cSld name="CUSTOM_7_1_1_1_1_1_1_1_1_1_1_1_1_1_1_1_1_1_2">
    <p:bg>
      <p:bgPr>
        <a:solidFill>
          <a:schemeClr val="lt1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5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7" name="Google Shape;167;p25"/>
          <p:cNvSpPr/>
          <p:nvPr/>
        </p:nvSpPr>
        <p:spPr>
          <a:xfrm>
            <a:off x="50" y="2785800"/>
            <a:ext cx="2294400" cy="235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8" name="Google Shape;168;p25"/>
          <p:cNvSpPr/>
          <p:nvPr/>
        </p:nvSpPr>
        <p:spPr>
          <a:xfrm>
            <a:off x="2286125" y="2068875"/>
            <a:ext cx="2294400" cy="3074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25"/>
          <p:cNvSpPr/>
          <p:nvPr/>
        </p:nvSpPr>
        <p:spPr>
          <a:xfrm>
            <a:off x="4565475" y="1495326"/>
            <a:ext cx="2294400" cy="3648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0" name="Google Shape;170;p25"/>
          <p:cNvSpPr/>
          <p:nvPr/>
        </p:nvSpPr>
        <p:spPr>
          <a:xfrm>
            <a:off x="6849550" y="732775"/>
            <a:ext cx="2294400" cy="4410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1" name="Google Shape;171;p25"/>
          <p:cNvSpPr txBox="1"/>
          <p:nvPr/>
        </p:nvSpPr>
        <p:spPr>
          <a:xfrm>
            <a:off x="375350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01</a:t>
            </a:r>
            <a:endParaRPr sz="3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72" name="Google Shape;172;p25"/>
          <p:cNvSpPr txBox="1"/>
          <p:nvPr/>
        </p:nvSpPr>
        <p:spPr>
          <a:xfrm>
            <a:off x="2665113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02</a:t>
            </a:r>
            <a:endParaRPr sz="3000"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73" name="Google Shape;173;p25"/>
          <p:cNvSpPr txBox="1"/>
          <p:nvPr/>
        </p:nvSpPr>
        <p:spPr>
          <a:xfrm>
            <a:off x="4937688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03</a:t>
            </a:r>
            <a:endParaRPr sz="3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74" name="Google Shape;174;p25"/>
          <p:cNvSpPr txBox="1"/>
          <p:nvPr/>
        </p:nvSpPr>
        <p:spPr>
          <a:xfrm>
            <a:off x="7230513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04</a:t>
            </a:r>
            <a:endParaRPr sz="3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75" name="Google Shape;175;p25"/>
          <p:cNvSpPr txBox="1"/>
          <p:nvPr>
            <p:ph type="title"/>
          </p:nvPr>
        </p:nvSpPr>
        <p:spPr>
          <a:xfrm>
            <a:off x="361975" y="988782"/>
            <a:ext cx="3231600" cy="76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9pPr>
          </a:lstStyle>
          <a:p/>
        </p:txBody>
      </p:sp>
      <p:sp>
        <p:nvSpPr>
          <p:cNvPr id="176" name="Google Shape;176;p25"/>
          <p:cNvSpPr txBox="1"/>
          <p:nvPr>
            <p:ph idx="2" type="subTitle"/>
          </p:nvPr>
        </p:nvSpPr>
        <p:spPr>
          <a:xfrm>
            <a:off x="382691" y="3129231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3" type="subTitle"/>
          </p:nvPr>
        </p:nvSpPr>
        <p:spPr>
          <a:xfrm>
            <a:off x="377048" y="3344302"/>
            <a:ext cx="1689600" cy="9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78" name="Google Shape;178;p25"/>
          <p:cNvSpPr txBox="1"/>
          <p:nvPr>
            <p:ph idx="4" type="subTitle"/>
          </p:nvPr>
        </p:nvSpPr>
        <p:spPr>
          <a:xfrm>
            <a:off x="2671462" y="2450249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9" name="Google Shape;179;p25"/>
          <p:cNvSpPr txBox="1"/>
          <p:nvPr>
            <p:ph idx="5" type="subTitle"/>
          </p:nvPr>
        </p:nvSpPr>
        <p:spPr>
          <a:xfrm>
            <a:off x="2665825" y="2665171"/>
            <a:ext cx="1689600" cy="14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80" name="Google Shape;180;p25"/>
          <p:cNvSpPr txBox="1"/>
          <p:nvPr>
            <p:ph idx="6" type="subTitle"/>
          </p:nvPr>
        </p:nvSpPr>
        <p:spPr>
          <a:xfrm>
            <a:off x="4943337" y="1884672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25"/>
          <p:cNvSpPr txBox="1"/>
          <p:nvPr>
            <p:ph idx="7" type="subTitle"/>
          </p:nvPr>
        </p:nvSpPr>
        <p:spPr>
          <a:xfrm>
            <a:off x="4937700" y="2099593"/>
            <a:ext cx="1689600" cy="162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82" name="Google Shape;182;p25"/>
          <p:cNvSpPr txBox="1"/>
          <p:nvPr>
            <p:ph idx="8" type="subTitle"/>
          </p:nvPr>
        </p:nvSpPr>
        <p:spPr>
          <a:xfrm>
            <a:off x="7238787" y="1057472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3" name="Google Shape;183;p25"/>
          <p:cNvSpPr txBox="1"/>
          <p:nvPr>
            <p:ph idx="9" type="subTitle"/>
          </p:nvPr>
        </p:nvSpPr>
        <p:spPr>
          <a:xfrm>
            <a:off x="7233150" y="1272358"/>
            <a:ext cx="1689600" cy="219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Light">
  <p:cSld name="CUSTOM_7_1_1_1_1_1_1_1_1_1_1_1_1_1_1_1_1_1_1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6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6" name="Google Shape;186;p26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26"/>
          <p:cNvSpPr txBox="1"/>
          <p:nvPr>
            <p:ph type="title"/>
          </p:nvPr>
        </p:nvSpPr>
        <p:spPr>
          <a:xfrm>
            <a:off x="1453650" y="1325938"/>
            <a:ext cx="6236700" cy="2011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/>
        </p:txBody>
      </p:sp>
      <p:sp>
        <p:nvSpPr>
          <p:cNvPr id="188" name="Google Shape;188;p26"/>
          <p:cNvSpPr/>
          <p:nvPr>
            <p:ph idx="2" type="pic"/>
          </p:nvPr>
        </p:nvSpPr>
        <p:spPr>
          <a:xfrm>
            <a:off x="1442350" y="3492500"/>
            <a:ext cx="408900" cy="408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89" name="Google Shape;189;p26"/>
          <p:cNvSpPr txBox="1"/>
          <p:nvPr>
            <p:ph idx="3" type="subTitle"/>
          </p:nvPr>
        </p:nvSpPr>
        <p:spPr>
          <a:xfrm>
            <a:off x="1957375" y="3536000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190" name="Google Shape;190;p26"/>
          <p:cNvSpPr txBox="1"/>
          <p:nvPr>
            <p:ph idx="4" type="subTitle"/>
          </p:nvPr>
        </p:nvSpPr>
        <p:spPr>
          <a:xfrm>
            <a:off x="1957375" y="3678443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">
  <p:cSld name="CUSTOM_7_1_1_1_1_1_1_1_1_1_1_1_1_1_1_1_1_1_1_1_1">
    <p:bg>
      <p:bgPr>
        <a:solidFill>
          <a:schemeClr val="lt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3" name="Google Shape;193;p27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4" name="Google Shape;194;p27"/>
          <p:cNvSpPr txBox="1"/>
          <p:nvPr>
            <p:ph type="title"/>
          </p:nvPr>
        </p:nvSpPr>
        <p:spPr>
          <a:xfrm>
            <a:off x="1453650" y="1325938"/>
            <a:ext cx="6236700" cy="2011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5" name="Google Shape;195;p27"/>
          <p:cNvSpPr/>
          <p:nvPr>
            <p:ph idx="2" type="pic"/>
          </p:nvPr>
        </p:nvSpPr>
        <p:spPr>
          <a:xfrm>
            <a:off x="1442350" y="3492500"/>
            <a:ext cx="408900" cy="408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96" name="Google Shape;196;p27"/>
          <p:cNvSpPr txBox="1"/>
          <p:nvPr>
            <p:ph idx="3" type="subTitle"/>
          </p:nvPr>
        </p:nvSpPr>
        <p:spPr>
          <a:xfrm>
            <a:off x="1957375" y="3536000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197" name="Google Shape;197;p27"/>
          <p:cNvSpPr txBox="1"/>
          <p:nvPr>
            <p:ph idx="4" type="subTitle"/>
          </p:nvPr>
        </p:nvSpPr>
        <p:spPr>
          <a:xfrm>
            <a:off x="1957375" y="3678443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ve modules">
  <p:cSld name="CUSTOM">
    <p:bg>
      <p:bgPr>
        <a:solidFill>
          <a:schemeClr val="lt1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8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0" name="Google Shape;200;p28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1" name="Google Shape;201;p28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2" name="Google Shape;202;p28"/>
          <p:cNvSpPr txBox="1"/>
          <p:nvPr>
            <p:ph idx="3" type="body"/>
          </p:nvPr>
        </p:nvSpPr>
        <p:spPr>
          <a:xfrm>
            <a:off x="361975" y="3256513"/>
            <a:ext cx="3860100" cy="1327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3" name="Google Shape;203;p28"/>
          <p:cNvSpPr txBox="1"/>
          <p:nvPr>
            <p:ph idx="4" type="title"/>
          </p:nvPr>
        </p:nvSpPr>
        <p:spPr>
          <a:xfrm>
            <a:off x="4800825" y="258072"/>
            <a:ext cx="1762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04" name="Google Shape;204;p28"/>
          <p:cNvSpPr txBox="1"/>
          <p:nvPr>
            <p:ph idx="5" type="title"/>
          </p:nvPr>
        </p:nvSpPr>
        <p:spPr>
          <a:xfrm>
            <a:off x="7094925" y="258072"/>
            <a:ext cx="1762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5" name="Google Shape;205;p28"/>
          <p:cNvSpPr txBox="1"/>
          <p:nvPr>
            <p:ph idx="6" type="title"/>
          </p:nvPr>
        </p:nvSpPr>
        <p:spPr>
          <a:xfrm>
            <a:off x="4800825" y="1698225"/>
            <a:ext cx="1762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6" name="Google Shape;206;p28"/>
          <p:cNvSpPr txBox="1"/>
          <p:nvPr>
            <p:ph idx="7" type="body"/>
          </p:nvPr>
        </p:nvSpPr>
        <p:spPr>
          <a:xfrm>
            <a:off x="4800825" y="4122308"/>
            <a:ext cx="39759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207" name="Google Shape;207;p28"/>
          <p:cNvSpPr txBox="1"/>
          <p:nvPr>
            <p:ph idx="8" type="title"/>
          </p:nvPr>
        </p:nvSpPr>
        <p:spPr>
          <a:xfrm>
            <a:off x="4800825" y="3215225"/>
            <a:ext cx="3975900" cy="79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8" name="Google Shape;208;p28"/>
          <p:cNvSpPr txBox="1"/>
          <p:nvPr>
            <p:ph idx="9" type="body"/>
          </p:nvPr>
        </p:nvSpPr>
        <p:spPr>
          <a:xfrm>
            <a:off x="4800825" y="2268700"/>
            <a:ext cx="17622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9" name="Google Shape;209;p28"/>
          <p:cNvSpPr txBox="1"/>
          <p:nvPr>
            <p:ph idx="13" type="body"/>
          </p:nvPr>
        </p:nvSpPr>
        <p:spPr>
          <a:xfrm>
            <a:off x="7115650" y="2268700"/>
            <a:ext cx="17622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0" name="Google Shape;210;p28"/>
          <p:cNvSpPr txBox="1"/>
          <p:nvPr>
            <p:ph idx="14" type="body"/>
          </p:nvPr>
        </p:nvSpPr>
        <p:spPr>
          <a:xfrm>
            <a:off x="4800825" y="860100"/>
            <a:ext cx="17622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x modules">
  <p:cSld name="CUSTOM_1">
    <p:bg>
      <p:bgPr>
        <a:solidFill>
          <a:schemeClr val="lt1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9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3" name="Google Shape;213;p29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4" name="Google Shape;214;p29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5" name="Google Shape;215;p29"/>
          <p:cNvSpPr txBox="1"/>
          <p:nvPr>
            <p:ph idx="3" type="body"/>
          </p:nvPr>
        </p:nvSpPr>
        <p:spPr>
          <a:xfrm>
            <a:off x="4800825" y="3665600"/>
            <a:ext cx="3975900" cy="1114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6" name="Google Shape;216;p29"/>
          <p:cNvSpPr txBox="1"/>
          <p:nvPr>
            <p:ph idx="4" type="subTitle"/>
          </p:nvPr>
        </p:nvSpPr>
        <p:spPr>
          <a:xfrm>
            <a:off x="4800825" y="3285232"/>
            <a:ext cx="3975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7" name="Google Shape;217;p29"/>
          <p:cNvSpPr txBox="1"/>
          <p:nvPr>
            <p:ph idx="5" type="body"/>
          </p:nvPr>
        </p:nvSpPr>
        <p:spPr>
          <a:xfrm>
            <a:off x="2611802" y="3665600"/>
            <a:ext cx="1627500" cy="1114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218" name="Google Shape;218;p29"/>
          <p:cNvSpPr txBox="1"/>
          <p:nvPr>
            <p:ph idx="6" type="subTitle"/>
          </p:nvPr>
        </p:nvSpPr>
        <p:spPr>
          <a:xfrm>
            <a:off x="2611802" y="3285232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219" name="Google Shape;219;p29"/>
          <p:cNvSpPr txBox="1"/>
          <p:nvPr>
            <p:ph idx="7" type="body"/>
          </p:nvPr>
        </p:nvSpPr>
        <p:spPr>
          <a:xfrm>
            <a:off x="361977" y="3665600"/>
            <a:ext cx="1627500" cy="1114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0" name="Google Shape;220;p29"/>
          <p:cNvSpPr txBox="1"/>
          <p:nvPr>
            <p:ph idx="8" type="subTitle"/>
          </p:nvPr>
        </p:nvSpPr>
        <p:spPr>
          <a:xfrm>
            <a:off x="361977" y="3285232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1" name="Google Shape;221;p29"/>
          <p:cNvSpPr txBox="1"/>
          <p:nvPr>
            <p:ph idx="9" type="body"/>
          </p:nvPr>
        </p:nvSpPr>
        <p:spPr>
          <a:xfrm>
            <a:off x="4900725" y="1196103"/>
            <a:ext cx="1627500" cy="138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2" name="Google Shape;222;p29"/>
          <p:cNvSpPr txBox="1"/>
          <p:nvPr>
            <p:ph idx="13" type="subTitle"/>
          </p:nvPr>
        </p:nvSpPr>
        <p:spPr>
          <a:xfrm>
            <a:off x="4900725" y="706863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3" name="Google Shape;223;p29"/>
          <p:cNvSpPr txBox="1"/>
          <p:nvPr>
            <p:ph idx="14" type="body"/>
          </p:nvPr>
        </p:nvSpPr>
        <p:spPr>
          <a:xfrm>
            <a:off x="7149175" y="1196103"/>
            <a:ext cx="1627500" cy="138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224" name="Google Shape;224;p29"/>
          <p:cNvSpPr txBox="1"/>
          <p:nvPr>
            <p:ph idx="15" type="subTitle"/>
          </p:nvPr>
        </p:nvSpPr>
        <p:spPr>
          <a:xfrm>
            <a:off x="7149175" y="706863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225" name="Google Shape;225;p29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modules">
  <p:cSld name="CUSTOM_1_1">
    <p:bg>
      <p:bgPr>
        <a:solidFill>
          <a:schemeClr val="lt1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0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8" name="Google Shape;228;p30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9" name="Google Shape;229;p3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0" name="Google Shape;230;p30"/>
          <p:cNvSpPr txBox="1"/>
          <p:nvPr>
            <p:ph type="title"/>
          </p:nvPr>
        </p:nvSpPr>
        <p:spPr>
          <a:xfrm>
            <a:off x="5796575" y="2351325"/>
            <a:ext cx="9895200" cy="710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31" name="Google Shape;231;p30"/>
          <p:cNvSpPr txBox="1"/>
          <p:nvPr>
            <p:ph idx="3" type="title"/>
          </p:nvPr>
        </p:nvSpPr>
        <p:spPr>
          <a:xfrm>
            <a:off x="5796575" y="507450"/>
            <a:ext cx="9895200" cy="710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9pPr>
          </a:lstStyle>
          <a:p/>
        </p:txBody>
      </p:sp>
      <p:sp>
        <p:nvSpPr>
          <p:cNvPr id="232" name="Google Shape;232;p30"/>
          <p:cNvSpPr txBox="1"/>
          <p:nvPr>
            <p:ph idx="4" type="subTitle"/>
          </p:nvPr>
        </p:nvSpPr>
        <p:spPr>
          <a:xfrm>
            <a:off x="5712600" y="4290612"/>
            <a:ext cx="2613300" cy="543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33" name="Google Shape;233;p30"/>
          <p:cNvSpPr txBox="1"/>
          <p:nvPr>
            <p:ph idx="5" type="subTitle"/>
          </p:nvPr>
        </p:nvSpPr>
        <p:spPr>
          <a:xfrm>
            <a:off x="5712600" y="3243901"/>
            <a:ext cx="2613300" cy="432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34" name="Google Shape;234;p30"/>
          <p:cNvSpPr txBox="1"/>
          <p:nvPr>
            <p:ph idx="6" type="subTitle"/>
          </p:nvPr>
        </p:nvSpPr>
        <p:spPr>
          <a:xfrm>
            <a:off x="5712600" y="1318375"/>
            <a:ext cx="2613300" cy="48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modules">
  <p:cSld name="CUSTOM_1_1_1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1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p31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3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9" name="Google Shape;239;p31"/>
          <p:cNvSpPr txBox="1"/>
          <p:nvPr>
            <p:ph type="title"/>
          </p:nvPr>
        </p:nvSpPr>
        <p:spPr>
          <a:xfrm>
            <a:off x="361975" y="988557"/>
            <a:ext cx="5018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1">
  <p:cSld name="CUSTOM_2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2"/>
          <p:cNvSpPr/>
          <p:nvPr>
            <p:ph idx="2" type="pic"/>
          </p:nvPr>
        </p:nvSpPr>
        <p:spPr>
          <a:xfrm>
            <a:off x="6289075" y="1793300"/>
            <a:ext cx="2853300" cy="33504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32"/>
          <p:cNvSpPr/>
          <p:nvPr/>
        </p:nvSpPr>
        <p:spPr>
          <a:xfrm>
            <a:off x="6289085" y="0"/>
            <a:ext cx="2853300" cy="1793100"/>
          </a:xfrm>
          <a:prstGeom prst="roundRect">
            <a:avLst>
              <a:gd fmla="val 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3" name="Google Shape;243;p32"/>
          <p:cNvSpPr txBox="1"/>
          <p:nvPr>
            <p:ph type="title"/>
          </p:nvPr>
        </p:nvSpPr>
        <p:spPr>
          <a:xfrm>
            <a:off x="361975" y="988550"/>
            <a:ext cx="5356800" cy="225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44" name="Google Shape;244;p32"/>
          <p:cNvSpPr txBox="1"/>
          <p:nvPr>
            <p:ph idx="1" type="body"/>
          </p:nvPr>
        </p:nvSpPr>
        <p:spPr>
          <a:xfrm>
            <a:off x="361975" y="3541582"/>
            <a:ext cx="3777000" cy="1044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45" name="Google Shape;245;p3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6" name="Google Shape;246;p32"/>
          <p:cNvSpPr txBox="1"/>
          <p:nvPr>
            <p:ph idx="3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2">
  <p:cSld name="CUSTOM_2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3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9" name="Google Shape;249;p33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33"/>
          <p:cNvSpPr txBox="1"/>
          <p:nvPr>
            <p:ph idx="2" type="body"/>
          </p:nvPr>
        </p:nvSpPr>
        <p:spPr>
          <a:xfrm>
            <a:off x="1957800" y="4195275"/>
            <a:ext cx="5228400" cy="390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51" name="Google Shape;251;p33"/>
          <p:cNvSpPr txBox="1"/>
          <p:nvPr>
            <p:ph idx="3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52" name="Google Shape;252;p33"/>
          <p:cNvSpPr txBox="1"/>
          <p:nvPr>
            <p:ph type="title"/>
          </p:nvPr>
        </p:nvSpPr>
        <p:spPr>
          <a:xfrm>
            <a:off x="719400" y="988550"/>
            <a:ext cx="7705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53" name="Google Shape;253;p33"/>
          <p:cNvSpPr/>
          <p:nvPr>
            <p:ph idx="4" type="pic"/>
          </p:nvPr>
        </p:nvSpPr>
        <p:spPr>
          <a:xfrm>
            <a:off x="3982589" y="2427948"/>
            <a:ext cx="1179600" cy="141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3">
  <p:cSld name="CUSTOM_2_1_2">
    <p:bg>
      <p:bgPr>
        <a:solidFill>
          <a:schemeClr val="accent1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4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6" name="Google Shape;256;p34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34"/>
          <p:cNvSpPr txBox="1"/>
          <p:nvPr>
            <p:ph idx="2" type="subTitle"/>
          </p:nvPr>
        </p:nvSpPr>
        <p:spPr>
          <a:xfrm>
            <a:off x="3154650" y="1051772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58" name="Google Shape;258;p34"/>
          <p:cNvSpPr txBox="1"/>
          <p:nvPr>
            <p:ph type="title"/>
          </p:nvPr>
        </p:nvSpPr>
        <p:spPr>
          <a:xfrm>
            <a:off x="3154650" y="1801500"/>
            <a:ext cx="5622000" cy="2832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259" name="Google Shape;259;p34"/>
          <p:cNvSpPr/>
          <p:nvPr>
            <p:ph idx="3" type="pic"/>
          </p:nvPr>
        </p:nvSpPr>
        <p:spPr>
          <a:xfrm>
            <a:off x="361975" y="1066100"/>
            <a:ext cx="1967700" cy="1311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section header">
  <p:cSld name="CUSTOM_2_1_2_1_2">
    <p:bg>
      <p:bgPr>
        <a:solidFill>
          <a:schemeClr val="lt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5"/>
          <p:cNvSpPr/>
          <p:nvPr>
            <p:ph idx="2" type="pic"/>
          </p:nvPr>
        </p:nvSpPr>
        <p:spPr>
          <a:xfrm>
            <a:off x="361975" y="781775"/>
            <a:ext cx="2872800" cy="3783300"/>
          </a:xfrm>
          <a:prstGeom prst="rect">
            <a:avLst/>
          </a:prstGeom>
          <a:noFill/>
          <a:ln>
            <a:noFill/>
          </a:ln>
        </p:spPr>
      </p:sp>
      <p:sp>
        <p:nvSpPr>
          <p:cNvPr id="262" name="Google Shape;262;p35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3" name="Google Shape;263;p35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4" name="Google Shape;264;p35"/>
          <p:cNvSpPr txBox="1"/>
          <p:nvPr>
            <p:ph idx="3" type="subTitle"/>
          </p:nvPr>
        </p:nvSpPr>
        <p:spPr>
          <a:xfrm>
            <a:off x="3657600" y="1051772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65" name="Google Shape;265;p35"/>
          <p:cNvSpPr txBox="1"/>
          <p:nvPr>
            <p:ph type="title"/>
          </p:nvPr>
        </p:nvSpPr>
        <p:spPr>
          <a:xfrm>
            <a:off x="3657600" y="1555450"/>
            <a:ext cx="5622000" cy="1750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6" name="Google Shape;266;p35"/>
          <p:cNvSpPr txBox="1"/>
          <p:nvPr>
            <p:ph idx="4" type="body"/>
          </p:nvPr>
        </p:nvSpPr>
        <p:spPr>
          <a:xfrm>
            <a:off x="3657600" y="3556575"/>
            <a:ext cx="3554400" cy="10293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5">
  <p:cSld name="CUSTOM_2_1_2_1_1">
    <p:bg>
      <p:bgPr>
        <a:solidFill>
          <a:schemeClr val="accent2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he reflective glass facade of a skyscraper. " id="268" name="Google Shape;268;p36"/>
          <p:cNvPicPr preferRelativeResize="0"/>
          <p:nvPr/>
        </p:nvPicPr>
        <p:blipFill rotWithShape="1">
          <a:blip r:embed="rId2">
            <a:alphaModFix amt="14000"/>
          </a:blip>
          <a:srcRect b="15604" l="0" r="0" t="0"/>
          <a:stretch/>
        </p:blipFill>
        <p:spPr>
          <a:xfrm>
            <a:off x="0" y="-815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36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36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2" type="body"/>
          </p:nvPr>
        </p:nvSpPr>
        <p:spPr>
          <a:xfrm>
            <a:off x="1957800" y="4195275"/>
            <a:ext cx="5228400" cy="390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272" name="Google Shape;272;p36"/>
          <p:cNvSpPr txBox="1"/>
          <p:nvPr>
            <p:ph idx="3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73" name="Google Shape;273;p36"/>
          <p:cNvSpPr txBox="1"/>
          <p:nvPr>
            <p:ph type="title"/>
          </p:nvPr>
        </p:nvSpPr>
        <p:spPr>
          <a:xfrm>
            <a:off x="719400" y="988550"/>
            <a:ext cx="7705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74" name="Google Shape;274;p36"/>
          <p:cNvSpPr/>
          <p:nvPr>
            <p:ph idx="4" type="pic"/>
          </p:nvPr>
        </p:nvSpPr>
        <p:spPr>
          <a:xfrm>
            <a:off x="3588150" y="2027104"/>
            <a:ext cx="1967700" cy="1311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- Alt 2">
  <p:cSld name="CUSTOM_2_1_1_1">
    <p:bg>
      <p:bgPr>
        <a:solidFill>
          <a:schemeClr val="accent1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modern glass skyscraper. " id="276" name="Google Shape;276;p37"/>
          <p:cNvPicPr preferRelativeResize="0"/>
          <p:nvPr/>
        </p:nvPicPr>
        <p:blipFill rotWithShape="1">
          <a:blip r:embed="rId2">
            <a:alphaModFix amt="14000"/>
          </a:blip>
          <a:srcRect b="15604" l="0" r="0" t="0"/>
          <a:stretch/>
        </p:blipFill>
        <p:spPr>
          <a:xfrm>
            <a:off x="0" y="-815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7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8" name="Google Shape;278;p37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37"/>
          <p:cNvSpPr txBox="1"/>
          <p:nvPr>
            <p:ph idx="2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80" name="Google Shape;280;p37"/>
          <p:cNvSpPr txBox="1"/>
          <p:nvPr>
            <p:ph type="title"/>
          </p:nvPr>
        </p:nvSpPr>
        <p:spPr>
          <a:xfrm>
            <a:off x="1128900" y="1430400"/>
            <a:ext cx="6886200" cy="228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verview - Six modules">
  <p:cSld name="CUSTOM_3">
    <p:bg>
      <p:bgPr>
        <a:solidFill>
          <a:schemeClr val="lt1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2" name="Google Shape;282;p38"/>
          <p:cNvCxnSpPr/>
          <p:nvPr/>
        </p:nvCxnSpPr>
        <p:spPr>
          <a:xfrm>
            <a:off x="6096087" y="1794800"/>
            <a:ext cx="0" cy="27552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3" name="Google Shape;283;p38"/>
          <p:cNvCxnSpPr/>
          <p:nvPr/>
        </p:nvCxnSpPr>
        <p:spPr>
          <a:xfrm>
            <a:off x="3048087" y="1794800"/>
            <a:ext cx="0" cy="27552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4" name="Google Shape;284;p38"/>
          <p:cNvCxnSpPr/>
          <p:nvPr/>
        </p:nvCxnSpPr>
        <p:spPr>
          <a:xfrm>
            <a:off x="50" y="317427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5" name="Google Shape;285;p38"/>
          <p:cNvSpPr txBox="1"/>
          <p:nvPr>
            <p:ph idx="1" type="subTitle"/>
          </p:nvPr>
        </p:nvSpPr>
        <p:spPr>
          <a:xfrm>
            <a:off x="363200" y="2516650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6" name="Google Shape;286;p38"/>
          <p:cNvSpPr txBox="1"/>
          <p:nvPr>
            <p:ph idx="2" type="subTitle"/>
          </p:nvPr>
        </p:nvSpPr>
        <p:spPr>
          <a:xfrm>
            <a:off x="361975" y="2227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87" name="Google Shape;287;p38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8" name="Google Shape;288;p38"/>
          <p:cNvSpPr txBox="1"/>
          <p:nvPr>
            <p:ph idx="3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9" name="Google Shape;289;p38"/>
          <p:cNvSpPr txBox="1"/>
          <p:nvPr>
            <p:ph type="title"/>
          </p:nvPr>
        </p:nvSpPr>
        <p:spPr>
          <a:xfrm>
            <a:off x="361975" y="962092"/>
            <a:ext cx="5718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0" name="Google Shape;290;p38"/>
          <p:cNvSpPr txBox="1"/>
          <p:nvPr>
            <p:ph idx="4" type="subTitle"/>
          </p:nvPr>
        </p:nvSpPr>
        <p:spPr>
          <a:xfrm>
            <a:off x="3411825" y="2516650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1" name="Google Shape;291;p38"/>
          <p:cNvSpPr txBox="1"/>
          <p:nvPr>
            <p:ph idx="5" type="subTitle"/>
          </p:nvPr>
        </p:nvSpPr>
        <p:spPr>
          <a:xfrm>
            <a:off x="3410600" y="2227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2" name="Google Shape;292;p38"/>
          <p:cNvSpPr txBox="1"/>
          <p:nvPr>
            <p:ph idx="6" type="subTitle"/>
          </p:nvPr>
        </p:nvSpPr>
        <p:spPr>
          <a:xfrm>
            <a:off x="6460475" y="2516650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3" name="Google Shape;293;p38"/>
          <p:cNvSpPr txBox="1"/>
          <p:nvPr>
            <p:ph idx="7" type="subTitle"/>
          </p:nvPr>
        </p:nvSpPr>
        <p:spPr>
          <a:xfrm>
            <a:off x="6459250" y="2227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4" name="Google Shape;294;p38"/>
          <p:cNvSpPr txBox="1"/>
          <p:nvPr>
            <p:ph idx="8" type="subTitle"/>
          </p:nvPr>
        </p:nvSpPr>
        <p:spPr>
          <a:xfrm>
            <a:off x="363200" y="3864775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5" name="Google Shape;295;p38"/>
          <p:cNvSpPr txBox="1"/>
          <p:nvPr>
            <p:ph idx="9" type="subTitle"/>
          </p:nvPr>
        </p:nvSpPr>
        <p:spPr>
          <a:xfrm>
            <a:off x="361975" y="3575375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6" name="Google Shape;296;p38"/>
          <p:cNvSpPr txBox="1"/>
          <p:nvPr>
            <p:ph idx="13" type="subTitle"/>
          </p:nvPr>
        </p:nvSpPr>
        <p:spPr>
          <a:xfrm>
            <a:off x="3411825" y="3864775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7" name="Google Shape;297;p38"/>
          <p:cNvSpPr txBox="1"/>
          <p:nvPr>
            <p:ph idx="14" type="subTitle"/>
          </p:nvPr>
        </p:nvSpPr>
        <p:spPr>
          <a:xfrm>
            <a:off x="3410600" y="3575375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8" name="Google Shape;298;p38"/>
          <p:cNvSpPr txBox="1"/>
          <p:nvPr>
            <p:ph idx="15" type="subTitle"/>
          </p:nvPr>
        </p:nvSpPr>
        <p:spPr>
          <a:xfrm>
            <a:off x="6460475" y="3864775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9" name="Google Shape;299;p38"/>
          <p:cNvSpPr txBox="1"/>
          <p:nvPr>
            <p:ph idx="16" type="subTitle"/>
          </p:nvPr>
        </p:nvSpPr>
        <p:spPr>
          <a:xfrm>
            <a:off x="6459250" y="3575375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udience - Alt 1">
  <p:cSld name="CUSTOM_4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9"/>
          <p:cNvSpPr txBox="1"/>
          <p:nvPr>
            <p:ph idx="1" type="subTitle"/>
          </p:nvPr>
        </p:nvSpPr>
        <p:spPr>
          <a:xfrm>
            <a:off x="742900" y="2158550"/>
            <a:ext cx="32130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302" name="Google Shape;302;p39"/>
          <p:cNvSpPr txBox="1"/>
          <p:nvPr>
            <p:ph idx="2" type="body"/>
          </p:nvPr>
        </p:nvSpPr>
        <p:spPr>
          <a:xfrm>
            <a:off x="742900" y="2381875"/>
            <a:ext cx="3213000" cy="4617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03" name="Google Shape;303;p39"/>
          <p:cNvSpPr/>
          <p:nvPr>
            <p:ph idx="3" type="pic"/>
          </p:nvPr>
        </p:nvSpPr>
        <p:spPr>
          <a:xfrm>
            <a:off x="5402575" y="0"/>
            <a:ext cx="3739800" cy="3129600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39"/>
          <p:cNvSpPr txBox="1"/>
          <p:nvPr>
            <p:ph type="title"/>
          </p:nvPr>
        </p:nvSpPr>
        <p:spPr>
          <a:xfrm>
            <a:off x="361975" y="988550"/>
            <a:ext cx="4297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305" name="Google Shape;305;p39"/>
          <p:cNvSpPr txBox="1"/>
          <p:nvPr>
            <p:ph idx="4" type="subTitle"/>
          </p:nvPr>
        </p:nvSpPr>
        <p:spPr>
          <a:xfrm>
            <a:off x="361975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6" name="Google Shape;306;p39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7" name="Google Shape;307;p39"/>
          <p:cNvSpPr txBox="1"/>
          <p:nvPr>
            <p:ph idx="5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8" name="Google Shape;308;p39"/>
          <p:cNvSpPr txBox="1"/>
          <p:nvPr>
            <p:ph idx="6" type="subTitle"/>
          </p:nvPr>
        </p:nvSpPr>
        <p:spPr>
          <a:xfrm>
            <a:off x="5785175" y="3335324"/>
            <a:ext cx="29916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09" name="Google Shape;309;p39"/>
          <p:cNvSpPr txBox="1"/>
          <p:nvPr>
            <p:ph idx="7" type="subTitle"/>
          </p:nvPr>
        </p:nvSpPr>
        <p:spPr>
          <a:xfrm>
            <a:off x="742900" y="3910855"/>
            <a:ext cx="3213000" cy="1386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310" name="Google Shape;310;p39"/>
          <p:cNvSpPr txBox="1"/>
          <p:nvPr>
            <p:ph idx="8" type="body"/>
          </p:nvPr>
        </p:nvSpPr>
        <p:spPr>
          <a:xfrm>
            <a:off x="742900" y="4134180"/>
            <a:ext cx="3213000" cy="4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11" name="Google Shape;311;p39"/>
          <p:cNvSpPr txBox="1"/>
          <p:nvPr>
            <p:ph idx="9" type="subTitle"/>
          </p:nvPr>
        </p:nvSpPr>
        <p:spPr>
          <a:xfrm>
            <a:off x="742900" y="3050778"/>
            <a:ext cx="3213000" cy="1386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312" name="Google Shape;312;p39"/>
          <p:cNvSpPr txBox="1"/>
          <p:nvPr>
            <p:ph idx="13" type="body"/>
          </p:nvPr>
        </p:nvSpPr>
        <p:spPr>
          <a:xfrm>
            <a:off x="742900" y="3274103"/>
            <a:ext cx="3213000" cy="4617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13" name="Google Shape;313;p39"/>
          <p:cNvSpPr txBox="1"/>
          <p:nvPr>
            <p:ph idx="14" type="body"/>
          </p:nvPr>
        </p:nvSpPr>
        <p:spPr>
          <a:xfrm>
            <a:off x="5785175" y="4134175"/>
            <a:ext cx="29916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udience - Alt 2">
  <p:cSld name="CUSTOM_4_1"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0"/>
          <p:cNvSpPr/>
          <p:nvPr>
            <p:ph idx="2" type="pic"/>
          </p:nvPr>
        </p:nvSpPr>
        <p:spPr>
          <a:xfrm>
            <a:off x="75" y="0"/>
            <a:ext cx="2853300" cy="2436600"/>
          </a:xfrm>
          <a:prstGeom prst="rect">
            <a:avLst/>
          </a:prstGeom>
          <a:noFill/>
          <a:ln>
            <a:noFill/>
          </a:ln>
        </p:spPr>
      </p:sp>
      <p:sp>
        <p:nvSpPr>
          <p:cNvPr id="316" name="Google Shape;316;p4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7" name="Google Shape;317;p40"/>
          <p:cNvSpPr txBox="1"/>
          <p:nvPr>
            <p:ph idx="1" type="subTitle"/>
          </p:nvPr>
        </p:nvSpPr>
        <p:spPr>
          <a:xfrm>
            <a:off x="361975" y="2614325"/>
            <a:ext cx="20616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- Four members">
  <p:cSld name="CUSTOM_5">
    <p:bg>
      <p:bgPr>
        <a:solidFill>
          <a:schemeClr val="lt1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1"/>
          <p:cNvSpPr txBox="1"/>
          <p:nvPr>
            <p:ph idx="1" type="body"/>
          </p:nvPr>
        </p:nvSpPr>
        <p:spPr>
          <a:xfrm>
            <a:off x="352800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0" name="Google Shape;320;p41"/>
          <p:cNvSpPr txBox="1"/>
          <p:nvPr>
            <p:ph idx="2" type="body"/>
          </p:nvPr>
        </p:nvSpPr>
        <p:spPr>
          <a:xfrm>
            <a:off x="7187875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1" name="Google Shape;321;p41"/>
          <p:cNvSpPr txBox="1"/>
          <p:nvPr>
            <p:ph idx="3" type="body"/>
          </p:nvPr>
        </p:nvSpPr>
        <p:spPr>
          <a:xfrm>
            <a:off x="4924400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2" name="Google Shape;322;p41"/>
          <p:cNvSpPr txBox="1"/>
          <p:nvPr>
            <p:ph idx="4" type="body"/>
          </p:nvPr>
        </p:nvSpPr>
        <p:spPr>
          <a:xfrm>
            <a:off x="2643063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3" name="Google Shape;323;p41"/>
          <p:cNvSpPr/>
          <p:nvPr>
            <p:ph idx="5" type="pic"/>
          </p:nvPr>
        </p:nvSpPr>
        <p:spPr>
          <a:xfrm>
            <a:off x="2941550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1"/>
          <p:cNvSpPr/>
          <p:nvPr>
            <p:ph idx="6" type="pic"/>
          </p:nvPr>
        </p:nvSpPr>
        <p:spPr>
          <a:xfrm>
            <a:off x="5227063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sp>
        <p:nvSpPr>
          <p:cNvPr id="325" name="Google Shape;325;p41"/>
          <p:cNvSpPr/>
          <p:nvPr>
            <p:ph idx="7" type="pic"/>
          </p:nvPr>
        </p:nvSpPr>
        <p:spPr>
          <a:xfrm>
            <a:off x="7495263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326" name="Google Shape;326;p41"/>
          <p:cNvCxnSpPr/>
          <p:nvPr/>
        </p:nvCxnSpPr>
        <p:spPr>
          <a:xfrm>
            <a:off x="2286125" y="1801500"/>
            <a:ext cx="0" cy="3342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7" name="Google Shape;327;p41"/>
          <p:cNvCxnSpPr/>
          <p:nvPr/>
        </p:nvCxnSpPr>
        <p:spPr>
          <a:xfrm>
            <a:off x="4580525" y="1801500"/>
            <a:ext cx="0" cy="3342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8" name="Google Shape;328;p41"/>
          <p:cNvCxnSpPr/>
          <p:nvPr/>
        </p:nvCxnSpPr>
        <p:spPr>
          <a:xfrm>
            <a:off x="6857075" y="1801500"/>
            <a:ext cx="0" cy="3342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9" name="Google Shape;329;p41"/>
          <p:cNvSpPr/>
          <p:nvPr>
            <p:ph idx="8" type="pic"/>
          </p:nvPr>
        </p:nvSpPr>
        <p:spPr>
          <a:xfrm>
            <a:off x="651288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sp>
        <p:nvSpPr>
          <p:cNvPr id="330" name="Google Shape;330;p41"/>
          <p:cNvSpPr txBox="1"/>
          <p:nvPr>
            <p:ph type="title"/>
          </p:nvPr>
        </p:nvSpPr>
        <p:spPr>
          <a:xfrm>
            <a:off x="361975" y="962092"/>
            <a:ext cx="5718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1" name="Google Shape;331;p4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2" name="Google Shape;332;p41"/>
          <p:cNvSpPr txBox="1"/>
          <p:nvPr>
            <p:ph idx="9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3" name="Google Shape;333;p41"/>
          <p:cNvSpPr txBox="1"/>
          <p:nvPr>
            <p:ph idx="13" type="subTitle"/>
          </p:nvPr>
        </p:nvSpPr>
        <p:spPr>
          <a:xfrm>
            <a:off x="353250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34" name="Google Shape;334;p41"/>
          <p:cNvSpPr txBox="1"/>
          <p:nvPr>
            <p:ph idx="14" type="subTitle"/>
          </p:nvPr>
        </p:nvSpPr>
        <p:spPr>
          <a:xfrm>
            <a:off x="353250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5" name="Google Shape;335;p41"/>
          <p:cNvSpPr txBox="1"/>
          <p:nvPr>
            <p:ph idx="15" type="subTitle"/>
          </p:nvPr>
        </p:nvSpPr>
        <p:spPr>
          <a:xfrm>
            <a:off x="353250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36" name="Google Shape;336;p41"/>
          <p:cNvSpPr txBox="1"/>
          <p:nvPr>
            <p:ph idx="16" type="subTitle"/>
          </p:nvPr>
        </p:nvSpPr>
        <p:spPr>
          <a:xfrm>
            <a:off x="7188325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37" name="Google Shape;337;p41"/>
          <p:cNvSpPr txBox="1"/>
          <p:nvPr>
            <p:ph idx="17" type="subTitle"/>
          </p:nvPr>
        </p:nvSpPr>
        <p:spPr>
          <a:xfrm>
            <a:off x="7188325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8" name="Google Shape;338;p41"/>
          <p:cNvSpPr txBox="1"/>
          <p:nvPr>
            <p:ph idx="18" type="subTitle"/>
          </p:nvPr>
        </p:nvSpPr>
        <p:spPr>
          <a:xfrm>
            <a:off x="7188325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39" name="Google Shape;339;p41"/>
          <p:cNvSpPr txBox="1"/>
          <p:nvPr>
            <p:ph idx="19" type="subTitle"/>
          </p:nvPr>
        </p:nvSpPr>
        <p:spPr>
          <a:xfrm>
            <a:off x="4924850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40" name="Google Shape;340;p41"/>
          <p:cNvSpPr txBox="1"/>
          <p:nvPr>
            <p:ph idx="20" type="subTitle"/>
          </p:nvPr>
        </p:nvSpPr>
        <p:spPr>
          <a:xfrm>
            <a:off x="4924850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41" name="Google Shape;341;p41"/>
          <p:cNvSpPr txBox="1"/>
          <p:nvPr>
            <p:ph idx="21" type="subTitle"/>
          </p:nvPr>
        </p:nvSpPr>
        <p:spPr>
          <a:xfrm>
            <a:off x="4924850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42" name="Google Shape;342;p41"/>
          <p:cNvSpPr txBox="1"/>
          <p:nvPr>
            <p:ph idx="22" type="subTitle"/>
          </p:nvPr>
        </p:nvSpPr>
        <p:spPr>
          <a:xfrm>
            <a:off x="2643513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43" name="Google Shape;343;p41"/>
          <p:cNvSpPr txBox="1"/>
          <p:nvPr>
            <p:ph idx="23" type="subTitle"/>
          </p:nvPr>
        </p:nvSpPr>
        <p:spPr>
          <a:xfrm>
            <a:off x="2643513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44" name="Google Shape;344;p41"/>
          <p:cNvSpPr txBox="1"/>
          <p:nvPr>
            <p:ph idx="24" type="subTitle"/>
          </p:nvPr>
        </p:nvSpPr>
        <p:spPr>
          <a:xfrm>
            <a:off x="2643513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- Eight members">
  <p:cSld name="CUSTOM_6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2"/>
          <p:cNvSpPr txBox="1"/>
          <p:nvPr>
            <p:ph idx="1" type="subTitle"/>
          </p:nvPr>
        </p:nvSpPr>
        <p:spPr>
          <a:xfrm>
            <a:off x="6750600" y="1283963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47" name="Google Shape;347;p42"/>
          <p:cNvSpPr txBox="1"/>
          <p:nvPr>
            <p:ph idx="2" type="subTitle"/>
          </p:nvPr>
        </p:nvSpPr>
        <p:spPr>
          <a:xfrm>
            <a:off x="6750600" y="105475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48" name="Google Shape;348;p42"/>
          <p:cNvSpPr txBox="1"/>
          <p:nvPr>
            <p:ph idx="3" type="subTitle"/>
          </p:nvPr>
        </p:nvSpPr>
        <p:spPr>
          <a:xfrm>
            <a:off x="6750600" y="142790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49" name="Google Shape;349;p42"/>
          <p:cNvSpPr/>
          <p:nvPr>
            <p:ph idx="4" type="pic"/>
          </p:nvPr>
        </p:nvSpPr>
        <p:spPr>
          <a:xfrm>
            <a:off x="6080709" y="1066100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0" name="Google Shape;350;p42"/>
          <p:cNvSpPr txBox="1"/>
          <p:nvPr>
            <p:ph idx="5" type="subTitle"/>
          </p:nvPr>
        </p:nvSpPr>
        <p:spPr>
          <a:xfrm>
            <a:off x="3824550" y="1283963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51" name="Google Shape;351;p42"/>
          <p:cNvSpPr txBox="1"/>
          <p:nvPr>
            <p:ph idx="6" type="subTitle"/>
          </p:nvPr>
        </p:nvSpPr>
        <p:spPr>
          <a:xfrm>
            <a:off x="3824550" y="105475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52" name="Google Shape;352;p42"/>
          <p:cNvSpPr txBox="1"/>
          <p:nvPr>
            <p:ph idx="7" type="subTitle"/>
          </p:nvPr>
        </p:nvSpPr>
        <p:spPr>
          <a:xfrm>
            <a:off x="3824550" y="142790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53" name="Google Shape;353;p42"/>
          <p:cNvSpPr/>
          <p:nvPr>
            <p:ph idx="8" type="pic"/>
          </p:nvPr>
        </p:nvSpPr>
        <p:spPr>
          <a:xfrm>
            <a:off x="3154659" y="1066100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42"/>
          <p:cNvSpPr txBox="1"/>
          <p:nvPr>
            <p:ph idx="9" type="subTitle"/>
          </p:nvPr>
        </p:nvSpPr>
        <p:spPr>
          <a:xfrm>
            <a:off x="6750600" y="2193728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55" name="Google Shape;355;p42"/>
          <p:cNvSpPr txBox="1"/>
          <p:nvPr>
            <p:ph idx="13" type="subTitle"/>
          </p:nvPr>
        </p:nvSpPr>
        <p:spPr>
          <a:xfrm>
            <a:off x="6750600" y="196451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56" name="Google Shape;356;p42"/>
          <p:cNvSpPr txBox="1"/>
          <p:nvPr>
            <p:ph idx="14" type="subTitle"/>
          </p:nvPr>
        </p:nvSpPr>
        <p:spPr>
          <a:xfrm>
            <a:off x="6750600" y="233766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57" name="Google Shape;357;p42"/>
          <p:cNvSpPr/>
          <p:nvPr>
            <p:ph idx="15" type="pic"/>
          </p:nvPr>
        </p:nvSpPr>
        <p:spPr>
          <a:xfrm>
            <a:off x="6080709" y="1975864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8" name="Google Shape;358;p42"/>
          <p:cNvSpPr txBox="1"/>
          <p:nvPr>
            <p:ph idx="16" type="subTitle"/>
          </p:nvPr>
        </p:nvSpPr>
        <p:spPr>
          <a:xfrm>
            <a:off x="3824550" y="2193728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59" name="Google Shape;359;p42"/>
          <p:cNvSpPr txBox="1"/>
          <p:nvPr>
            <p:ph idx="17" type="subTitle"/>
          </p:nvPr>
        </p:nvSpPr>
        <p:spPr>
          <a:xfrm>
            <a:off x="3824550" y="196451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60" name="Google Shape;360;p42"/>
          <p:cNvSpPr txBox="1"/>
          <p:nvPr>
            <p:ph idx="18" type="subTitle"/>
          </p:nvPr>
        </p:nvSpPr>
        <p:spPr>
          <a:xfrm>
            <a:off x="3824550" y="233766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61" name="Google Shape;361;p42"/>
          <p:cNvSpPr/>
          <p:nvPr>
            <p:ph idx="19" type="pic"/>
          </p:nvPr>
        </p:nvSpPr>
        <p:spPr>
          <a:xfrm>
            <a:off x="3154659" y="1975864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62" name="Google Shape;362;p42"/>
          <p:cNvSpPr txBox="1"/>
          <p:nvPr>
            <p:ph idx="20" type="subTitle"/>
          </p:nvPr>
        </p:nvSpPr>
        <p:spPr>
          <a:xfrm>
            <a:off x="6750600" y="3101715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63" name="Google Shape;363;p42"/>
          <p:cNvSpPr txBox="1"/>
          <p:nvPr>
            <p:ph idx="21" type="subTitle"/>
          </p:nvPr>
        </p:nvSpPr>
        <p:spPr>
          <a:xfrm>
            <a:off x="6750600" y="287250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64" name="Google Shape;364;p42"/>
          <p:cNvSpPr txBox="1"/>
          <p:nvPr>
            <p:ph idx="22" type="subTitle"/>
          </p:nvPr>
        </p:nvSpPr>
        <p:spPr>
          <a:xfrm>
            <a:off x="6750600" y="324565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65" name="Google Shape;365;p42"/>
          <p:cNvSpPr/>
          <p:nvPr>
            <p:ph idx="23" type="pic"/>
          </p:nvPr>
        </p:nvSpPr>
        <p:spPr>
          <a:xfrm>
            <a:off x="6080709" y="2883852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66" name="Google Shape;366;p42"/>
          <p:cNvSpPr txBox="1"/>
          <p:nvPr>
            <p:ph idx="24" type="subTitle"/>
          </p:nvPr>
        </p:nvSpPr>
        <p:spPr>
          <a:xfrm>
            <a:off x="3824550" y="3101715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67" name="Google Shape;367;p42"/>
          <p:cNvSpPr txBox="1"/>
          <p:nvPr>
            <p:ph idx="25" type="subTitle"/>
          </p:nvPr>
        </p:nvSpPr>
        <p:spPr>
          <a:xfrm>
            <a:off x="3824550" y="287250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68" name="Google Shape;368;p42"/>
          <p:cNvSpPr txBox="1"/>
          <p:nvPr>
            <p:ph idx="26" type="subTitle"/>
          </p:nvPr>
        </p:nvSpPr>
        <p:spPr>
          <a:xfrm>
            <a:off x="3824550" y="324565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69" name="Google Shape;369;p42"/>
          <p:cNvSpPr/>
          <p:nvPr>
            <p:ph idx="27" type="pic"/>
          </p:nvPr>
        </p:nvSpPr>
        <p:spPr>
          <a:xfrm>
            <a:off x="3154659" y="2883852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70" name="Google Shape;370;p42"/>
          <p:cNvSpPr txBox="1"/>
          <p:nvPr>
            <p:ph idx="28" type="subTitle"/>
          </p:nvPr>
        </p:nvSpPr>
        <p:spPr>
          <a:xfrm>
            <a:off x="6750600" y="4022919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71" name="Google Shape;371;p42"/>
          <p:cNvSpPr txBox="1"/>
          <p:nvPr>
            <p:ph idx="29" type="subTitle"/>
          </p:nvPr>
        </p:nvSpPr>
        <p:spPr>
          <a:xfrm>
            <a:off x="6750600" y="379370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72" name="Google Shape;372;p42"/>
          <p:cNvSpPr txBox="1"/>
          <p:nvPr>
            <p:ph idx="30" type="subTitle"/>
          </p:nvPr>
        </p:nvSpPr>
        <p:spPr>
          <a:xfrm>
            <a:off x="6750600" y="416685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73" name="Google Shape;373;p42"/>
          <p:cNvSpPr/>
          <p:nvPr>
            <p:ph idx="31" type="pic"/>
          </p:nvPr>
        </p:nvSpPr>
        <p:spPr>
          <a:xfrm>
            <a:off x="6080709" y="3805056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74" name="Google Shape;374;p42"/>
          <p:cNvSpPr txBox="1"/>
          <p:nvPr>
            <p:ph idx="32" type="subTitle"/>
          </p:nvPr>
        </p:nvSpPr>
        <p:spPr>
          <a:xfrm>
            <a:off x="3824550" y="4022919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75" name="Google Shape;375;p42"/>
          <p:cNvSpPr txBox="1"/>
          <p:nvPr>
            <p:ph idx="33" type="subTitle"/>
          </p:nvPr>
        </p:nvSpPr>
        <p:spPr>
          <a:xfrm>
            <a:off x="3824550" y="379370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76" name="Google Shape;376;p42"/>
          <p:cNvSpPr txBox="1"/>
          <p:nvPr>
            <p:ph idx="34" type="subTitle"/>
          </p:nvPr>
        </p:nvSpPr>
        <p:spPr>
          <a:xfrm>
            <a:off x="3824550" y="416685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77" name="Google Shape;377;p42"/>
          <p:cNvSpPr/>
          <p:nvPr>
            <p:ph idx="35" type="pic"/>
          </p:nvPr>
        </p:nvSpPr>
        <p:spPr>
          <a:xfrm>
            <a:off x="3154659" y="3805056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78" name="Google Shape;378;p42"/>
          <p:cNvSpPr txBox="1"/>
          <p:nvPr>
            <p:ph type="title"/>
          </p:nvPr>
        </p:nvSpPr>
        <p:spPr>
          <a:xfrm>
            <a:off x="361975" y="962100"/>
            <a:ext cx="2450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sp>
        <p:nvSpPr>
          <p:cNvPr id="379" name="Google Shape;379;p4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0" name="Google Shape;380;p42"/>
          <p:cNvSpPr txBox="1"/>
          <p:nvPr>
            <p:ph idx="36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otlight - Alt 2">
  <p:cSld name="CUSTOM_7_1">
    <p:bg>
      <p:bgPr>
        <a:solidFill>
          <a:schemeClr val="accent2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43"/>
          <p:cNvSpPr/>
          <p:nvPr/>
        </p:nvSpPr>
        <p:spPr>
          <a:xfrm>
            <a:off x="0" y="0"/>
            <a:ext cx="45675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83" name="Google Shape;383;p43"/>
          <p:cNvSpPr txBox="1"/>
          <p:nvPr>
            <p:ph type="title"/>
          </p:nvPr>
        </p:nvSpPr>
        <p:spPr>
          <a:xfrm>
            <a:off x="4975925" y="989088"/>
            <a:ext cx="3783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sp>
        <p:nvSpPr>
          <p:cNvPr id="384" name="Google Shape;384;p43"/>
          <p:cNvSpPr/>
          <p:nvPr>
            <p:ph idx="2" type="pic"/>
          </p:nvPr>
        </p:nvSpPr>
        <p:spPr>
          <a:xfrm flipH="1">
            <a:off x="953803" y="1066100"/>
            <a:ext cx="2664300" cy="3002700"/>
          </a:xfrm>
          <a:prstGeom prst="rect">
            <a:avLst/>
          </a:prstGeom>
          <a:noFill/>
          <a:ln>
            <a:noFill/>
          </a:ln>
        </p:spPr>
      </p:sp>
      <p:sp>
        <p:nvSpPr>
          <p:cNvPr id="385" name="Google Shape;385;p43"/>
          <p:cNvSpPr txBox="1"/>
          <p:nvPr>
            <p:ph idx="1" type="body"/>
          </p:nvPr>
        </p:nvSpPr>
        <p:spPr>
          <a:xfrm>
            <a:off x="4975925" y="4125662"/>
            <a:ext cx="3783600" cy="461700"/>
          </a:xfrm>
          <a:prstGeom prst="rect">
            <a:avLst/>
          </a:prstGeom>
          <a:noFill/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86" name="Google Shape;386;p43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7" name="Google Shape;387;p43"/>
          <p:cNvSpPr txBox="1"/>
          <p:nvPr>
            <p:ph idx="3" type="body"/>
          </p:nvPr>
        </p:nvSpPr>
        <p:spPr>
          <a:xfrm>
            <a:off x="4975925" y="1943891"/>
            <a:ext cx="3783600" cy="12432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●"/>
              <a:defRPr sz="1600">
                <a:latin typeface="Newsreader"/>
                <a:ea typeface="Newsreader"/>
                <a:cs typeface="Newsreader"/>
                <a:sym typeface="Newsreader"/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○"/>
              <a:defRPr sz="1600">
                <a:latin typeface="Newsreader"/>
                <a:ea typeface="Newsreader"/>
                <a:cs typeface="Newsreader"/>
                <a:sym typeface="Newsreader"/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■"/>
              <a:defRPr sz="1600">
                <a:latin typeface="Newsreader"/>
                <a:ea typeface="Newsreader"/>
                <a:cs typeface="Newsreader"/>
                <a:sym typeface="Newsreader"/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●"/>
              <a:defRPr sz="1600">
                <a:latin typeface="Newsreader"/>
                <a:ea typeface="Newsreader"/>
                <a:cs typeface="Newsreader"/>
                <a:sym typeface="Newsreader"/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○"/>
              <a:defRPr sz="1600">
                <a:latin typeface="Newsreader"/>
                <a:ea typeface="Newsreader"/>
                <a:cs typeface="Newsreader"/>
                <a:sym typeface="Newsreader"/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■"/>
              <a:defRPr sz="1600">
                <a:latin typeface="Newsreader"/>
                <a:ea typeface="Newsreader"/>
                <a:cs typeface="Newsreader"/>
                <a:sym typeface="Newsreader"/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●"/>
              <a:defRPr sz="1600">
                <a:latin typeface="Newsreader"/>
                <a:ea typeface="Newsreader"/>
                <a:cs typeface="Newsreader"/>
                <a:sym typeface="Newsreader"/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○"/>
              <a:defRPr sz="1600">
                <a:latin typeface="Newsreader"/>
                <a:ea typeface="Newsreader"/>
                <a:cs typeface="Newsreader"/>
                <a:sym typeface="Newsreader"/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■"/>
              <a:defRPr sz="1600">
                <a:latin typeface="Newsreader"/>
                <a:ea typeface="Newsreader"/>
                <a:cs typeface="Newsreader"/>
                <a:sym typeface="Newsreader"/>
              </a:defRPr>
            </a:lvl9pPr>
          </a:lstStyle>
          <a:p/>
        </p:txBody>
      </p:sp>
      <p:sp>
        <p:nvSpPr>
          <p:cNvPr id="388" name="Google Shape;388;p43"/>
          <p:cNvSpPr txBox="1"/>
          <p:nvPr>
            <p:ph idx="4" type="subTitle"/>
          </p:nvPr>
        </p:nvSpPr>
        <p:spPr>
          <a:xfrm>
            <a:off x="4975925" y="732775"/>
            <a:ext cx="37836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89" name="Google Shape;389;p43"/>
          <p:cNvSpPr txBox="1"/>
          <p:nvPr>
            <p:ph idx="5" type="subTitle"/>
          </p:nvPr>
        </p:nvSpPr>
        <p:spPr>
          <a:xfrm>
            <a:off x="4975925" y="1647132"/>
            <a:ext cx="37836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390" name="Google Shape;390;p43"/>
          <p:cNvSpPr txBox="1"/>
          <p:nvPr>
            <p:ph idx="6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r chart background">
  <p:cSld name="CUSTOM_8"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Google Shape;392;p44"/>
          <p:cNvGrpSpPr/>
          <p:nvPr/>
        </p:nvGrpSpPr>
        <p:grpSpPr>
          <a:xfrm>
            <a:off x="49" y="514398"/>
            <a:ext cx="9144297" cy="4115162"/>
            <a:chOff x="-18500" y="514395"/>
            <a:chExt cx="9219900" cy="4115162"/>
          </a:xfrm>
        </p:grpSpPr>
        <p:cxnSp>
          <p:nvCxnSpPr>
            <p:cNvPr id="393" name="Google Shape;393;p44"/>
            <p:cNvCxnSpPr/>
            <p:nvPr/>
          </p:nvCxnSpPr>
          <p:spPr>
            <a:xfrm>
              <a:off x="-18500" y="1028790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4" name="Google Shape;394;p44"/>
            <p:cNvCxnSpPr/>
            <p:nvPr/>
          </p:nvCxnSpPr>
          <p:spPr>
            <a:xfrm>
              <a:off x="-18500" y="4629557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5" name="Google Shape;395;p44"/>
            <p:cNvCxnSpPr/>
            <p:nvPr/>
          </p:nvCxnSpPr>
          <p:spPr>
            <a:xfrm>
              <a:off x="-18500" y="4115162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6" name="Google Shape;396;p44"/>
            <p:cNvCxnSpPr/>
            <p:nvPr/>
          </p:nvCxnSpPr>
          <p:spPr>
            <a:xfrm>
              <a:off x="-18500" y="3600767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7" name="Google Shape;397;p44"/>
            <p:cNvCxnSpPr/>
            <p:nvPr/>
          </p:nvCxnSpPr>
          <p:spPr>
            <a:xfrm>
              <a:off x="-18500" y="3086371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8" name="Google Shape;398;p44"/>
            <p:cNvCxnSpPr/>
            <p:nvPr/>
          </p:nvCxnSpPr>
          <p:spPr>
            <a:xfrm>
              <a:off x="-18500" y="2571976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9" name="Google Shape;399;p44"/>
            <p:cNvCxnSpPr/>
            <p:nvPr/>
          </p:nvCxnSpPr>
          <p:spPr>
            <a:xfrm>
              <a:off x="-18500" y="2057581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00" name="Google Shape;400;p44"/>
            <p:cNvCxnSpPr/>
            <p:nvPr/>
          </p:nvCxnSpPr>
          <p:spPr>
            <a:xfrm>
              <a:off x="-18500" y="1543186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01" name="Google Shape;401;p44"/>
            <p:cNvCxnSpPr/>
            <p:nvPr/>
          </p:nvCxnSpPr>
          <p:spPr>
            <a:xfrm>
              <a:off x="-18500" y="514395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02" name="Google Shape;402;p44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3" name="Google Shape;403;p44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4" name="Google Shape;404;p44"/>
          <p:cNvSpPr txBox="1"/>
          <p:nvPr>
            <p:ph idx="2" type="subTitle"/>
          </p:nvPr>
        </p:nvSpPr>
        <p:spPr>
          <a:xfrm>
            <a:off x="361975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slide">
  <p:cSld name="CUSTOM_8_1">
    <p:bg>
      <p:bgPr>
        <a:solidFill>
          <a:schemeClr val="accent2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5"/>
          <p:cNvSpPr/>
          <p:nvPr/>
        </p:nvSpPr>
        <p:spPr>
          <a:xfrm>
            <a:off x="50" y="-300"/>
            <a:ext cx="67089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07" name="Google Shape;407;p45"/>
          <p:cNvSpPr txBox="1"/>
          <p:nvPr>
            <p:ph type="title"/>
          </p:nvPr>
        </p:nvSpPr>
        <p:spPr>
          <a:xfrm>
            <a:off x="451472" y="2024100"/>
            <a:ext cx="4163100" cy="1372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8" name="Google Shape;408;p45"/>
          <p:cNvSpPr txBox="1"/>
          <p:nvPr>
            <p:ph idx="1" type="subTitle"/>
          </p:nvPr>
        </p:nvSpPr>
        <p:spPr>
          <a:xfrm>
            <a:off x="451475" y="3776250"/>
            <a:ext cx="4163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11" name="Google Shape;411;p4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6" name="Google Shape;416;p4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9" name="Google Shape;419;p4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0" name="Google Shape;420;p4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5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5" name="Google Shape;425;p5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5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0" name="Google Shape;430;p5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1" name="Google Shape;431;p5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6" name="Google Shape;436;p5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57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0" name="Google Shape;440;p57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1" name="Google Shape;441;p57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2" name="Google Shape;442;p57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3" name="Google Shape;443;p57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4" name="Google Shape;444;p57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5" name="Google Shape;445;p57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8" name="Google Shape;448;p58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9" name="Google Shape;449;p58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59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52" name="Google Shape;452;p59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3" name="Google Shape;453;p59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4" name="Google Shape;454;p59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55" name="Google Shape;455;p59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60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8" name="Google Shape;458;p60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9" name="Google Shape;459;p60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60" name="Google Shape;460;p60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1" name="Google Shape;461;p60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2" name="Google Shape;462;p60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3" name="Google Shape;463;p60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61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6" name="Google Shape;466;p61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7" name="Google Shape;467;p61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8" name="Google Shape;468;p61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9" name="Google Shape;469;p61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70" name="Google Shape;470;p61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1" name="Google Shape;471;p61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2" name="Google Shape;472;p61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3" name="Google Shape;473;p61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62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63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79" name="Google Shape;479;p63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80" name="Google Shape;480;p63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81" name="Google Shape;481;p63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82" name="Google Shape;482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3" name="Google Shape;483;p63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84" name="Google Shape;484;p63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64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87" name="Google Shape;487;p64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64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64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90" name="Google Shape;490;p64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64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92" name="Google Shape;492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3" name="Google Shape;493;p64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94" name="Google Shape;494;p64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95" name="Google Shape;495;p64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65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66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66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1" name="Google Shape;501;p66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2" name="Google Shape;502;p66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3" name="Google Shape;503;p66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4" name="Google Shape;504;p66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5" name="Google Shape;505;p66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6" name="Google Shape;506;p66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7" name="Google Shape;507;p66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8" name="Google Shape;508;p66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51.xml"/><Relationship Id="rId42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52.xml"/><Relationship Id="rId44" Type="http://schemas.openxmlformats.org/officeDocument/2006/relationships/slideLayout" Target="../slideLayouts/slideLayout55.xml"/><Relationship Id="rId43" Type="http://schemas.openxmlformats.org/officeDocument/2006/relationships/slideLayout" Target="../slideLayouts/slideLayout54.xml"/><Relationship Id="rId46" Type="http://schemas.openxmlformats.org/officeDocument/2006/relationships/slideLayout" Target="../slideLayouts/slideLayout57.xml"/><Relationship Id="rId45" Type="http://schemas.openxmlformats.org/officeDocument/2006/relationships/slideLayout" Target="../slideLayouts/slideLayout56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48" Type="http://schemas.openxmlformats.org/officeDocument/2006/relationships/slideLayout" Target="../slideLayouts/slideLayout59.xml"/><Relationship Id="rId47" Type="http://schemas.openxmlformats.org/officeDocument/2006/relationships/slideLayout" Target="../slideLayouts/slideLayout58.xml"/><Relationship Id="rId49" Type="http://schemas.openxmlformats.org/officeDocument/2006/relationships/slideLayout" Target="../slideLayouts/slideLayout6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33" Type="http://schemas.openxmlformats.org/officeDocument/2006/relationships/slideLayout" Target="../slideLayouts/slideLayout44.xml"/><Relationship Id="rId32" Type="http://schemas.openxmlformats.org/officeDocument/2006/relationships/slideLayout" Target="../slideLayouts/slideLayout43.xml"/><Relationship Id="rId35" Type="http://schemas.openxmlformats.org/officeDocument/2006/relationships/slideLayout" Target="../slideLayouts/slideLayout46.xml"/><Relationship Id="rId34" Type="http://schemas.openxmlformats.org/officeDocument/2006/relationships/slideLayout" Target="../slideLayouts/slideLayout45.xml"/><Relationship Id="rId37" Type="http://schemas.openxmlformats.org/officeDocument/2006/relationships/slideLayout" Target="../slideLayouts/slideLayout48.xml"/><Relationship Id="rId36" Type="http://schemas.openxmlformats.org/officeDocument/2006/relationships/slideLayout" Target="../slideLayouts/slideLayout47.xml"/><Relationship Id="rId39" Type="http://schemas.openxmlformats.org/officeDocument/2006/relationships/slideLayout" Target="../slideLayouts/slideLayout50.xml"/><Relationship Id="rId38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29" Type="http://schemas.openxmlformats.org/officeDocument/2006/relationships/slideLayout" Target="../slideLayouts/slideLayout40.xml"/><Relationship Id="rId51" Type="http://schemas.openxmlformats.org/officeDocument/2006/relationships/slideLayout" Target="../slideLayouts/slideLayout62.xml"/><Relationship Id="rId50" Type="http://schemas.openxmlformats.org/officeDocument/2006/relationships/slideLayout" Target="../slideLayouts/slideLayout61.xml"/><Relationship Id="rId53" Type="http://schemas.openxmlformats.org/officeDocument/2006/relationships/slideLayout" Target="../slideLayouts/slideLayout64.xml"/><Relationship Id="rId52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54" Type="http://schemas.openxmlformats.org/officeDocument/2006/relationships/theme" Target="../theme/theme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" type="body"/>
          </p:nvPr>
        </p:nvSpPr>
        <p:spPr>
          <a:xfrm>
            <a:off x="361850" y="2004025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type="title"/>
          </p:nvPr>
        </p:nvSpPr>
        <p:spPr>
          <a:xfrm>
            <a:off x="438150" y="524575"/>
            <a:ext cx="5433000" cy="9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Newsreader"/>
              <a:buNone/>
              <a:defRPr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2" type="body"/>
          </p:nvPr>
        </p:nvSpPr>
        <p:spPr>
          <a:xfrm>
            <a:off x="4700200" y="1614100"/>
            <a:ext cx="3756600" cy="25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  <p:sldLayoutId id="2147483708" r:id="rId50"/>
    <p:sldLayoutId id="2147483709" r:id="rId51"/>
    <p:sldLayoutId id="2147483710" r:id="rId52"/>
    <p:sldLayoutId id="2147483711" r:id="rId5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50">
          <p15:clr>
            <a:srgbClr val="E46962"/>
          </p15:clr>
        </p15:guide>
        <p15:guide id="5" pos="2910">
          <p15:clr>
            <a:srgbClr val="E46962"/>
          </p15:clr>
        </p15:guide>
        <p15:guide id="6" pos="1468">
          <p15:clr>
            <a:srgbClr val="E46962"/>
          </p15:clr>
        </p15:guide>
        <p15:guide id="7" pos="1527">
          <p15:clr>
            <a:srgbClr val="E46962"/>
          </p15:clr>
        </p15:guide>
        <p15:guide id="8" pos="4226">
          <p15:clr>
            <a:srgbClr val="E46962"/>
          </p15:clr>
        </p15:guide>
        <p15:guide id="9" pos="4285">
          <p15:clr>
            <a:srgbClr val="E46962"/>
          </p15:clr>
        </p15:guide>
        <p15:guide id="10" pos="3773">
          <p15:clr>
            <a:srgbClr val="E46962"/>
          </p15:clr>
        </p15:guide>
        <p15:guide id="11" pos="3830">
          <p15:clr>
            <a:srgbClr val="E46962"/>
          </p15:clr>
        </p15:guide>
        <p15:guide id="12" pos="1930">
          <p15:clr>
            <a:srgbClr val="E46962"/>
          </p15:clr>
        </p15:guide>
        <p15:guide id="13" pos="1987">
          <p15:clr>
            <a:srgbClr val="E46962"/>
          </p15:clr>
        </p15:guide>
        <p15:guide id="14" orient="horz" pos="2867">
          <p15:clr>
            <a:srgbClr val="E46962"/>
          </p15:clr>
        </p15:guide>
        <p15:guide id="15" orient="horz" pos="1135">
          <p15:clr>
            <a:srgbClr val="E46962"/>
          </p15:clr>
        </p15:guide>
        <p15:guide id="16" orient="horz" pos="1194">
          <p15:clr>
            <a:srgbClr val="E46962"/>
          </p15:clr>
        </p15:guide>
        <p15:guide id="17" orient="horz" pos="2043">
          <p15:clr>
            <a:srgbClr val="E46962"/>
          </p15:clr>
        </p15:guide>
        <p15:guide id="18" orient="horz" pos="2103">
          <p15:clr>
            <a:srgbClr val="E46962"/>
          </p15:clr>
        </p15:guide>
        <p15:guide id="19" pos="228">
          <p15:clr>
            <a:srgbClr val="E46962"/>
          </p15:clr>
        </p15:guide>
        <p15:guide id="20" orient="horz" pos="672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Relationship Id="rId4" Type="http://schemas.openxmlformats.org/officeDocument/2006/relationships/hyperlink" Target="mailto:rui2.zhang@torontomu.ca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2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5.png"/><Relationship Id="rId6" Type="http://schemas.openxmlformats.org/officeDocument/2006/relationships/image" Target="../media/image22.png"/><Relationship Id="rId7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26.png"/><Relationship Id="rId7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3" name="Google Shape;513;p67"/>
          <p:cNvPicPr preferRelativeResize="0"/>
          <p:nvPr/>
        </p:nvPicPr>
        <p:blipFill rotWithShape="1">
          <a:blip r:embed="rId3">
            <a:alphaModFix/>
          </a:blip>
          <a:srcRect b="0" l="9408" r="39899" t="0"/>
          <a:stretch/>
        </p:blipFill>
        <p:spPr>
          <a:xfrm>
            <a:off x="4587725" y="-8750"/>
            <a:ext cx="4572001" cy="5148074"/>
          </a:xfrm>
          <a:prstGeom prst="rect">
            <a:avLst/>
          </a:prstGeom>
          <a:noFill/>
          <a:ln>
            <a:noFill/>
          </a:ln>
        </p:spPr>
      </p:pic>
      <p:sp>
        <p:nvSpPr>
          <p:cNvPr id="514" name="Google Shape;514;p67"/>
          <p:cNvSpPr txBox="1"/>
          <p:nvPr>
            <p:ph type="title"/>
          </p:nvPr>
        </p:nvSpPr>
        <p:spPr>
          <a:xfrm>
            <a:off x="361975" y="923525"/>
            <a:ext cx="38601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0">
                <a:latin typeface="Afacad Flux"/>
                <a:ea typeface="Afacad Flux"/>
                <a:cs typeface="Afacad Flux"/>
                <a:sym typeface="Afacad Flux"/>
              </a:rPr>
              <a:t>Summer Camp Database</a:t>
            </a:r>
            <a:endParaRPr/>
          </a:p>
        </p:txBody>
      </p:sp>
      <p:sp>
        <p:nvSpPr>
          <p:cNvPr id="515" name="Google Shape;515;p67"/>
          <p:cNvSpPr txBox="1"/>
          <p:nvPr>
            <p:ph idx="1" type="subTitle"/>
          </p:nvPr>
        </p:nvSpPr>
        <p:spPr>
          <a:xfrm>
            <a:off x="361975" y="255533"/>
            <a:ext cx="3860100" cy="3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CCPS510</a:t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Final Presentation</a:t>
            </a:r>
            <a:endParaRPr sz="1200"/>
          </a:p>
        </p:txBody>
      </p:sp>
      <p:sp>
        <p:nvSpPr>
          <p:cNvPr id="516" name="Google Shape;516;p67"/>
          <p:cNvSpPr txBox="1"/>
          <p:nvPr>
            <p:ph idx="3" type="body"/>
          </p:nvPr>
        </p:nvSpPr>
        <p:spPr>
          <a:xfrm>
            <a:off x="547575" y="3337797"/>
            <a:ext cx="3492600" cy="132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latin typeface="Afacad Flux"/>
                <a:ea typeface="Afacad Flux"/>
                <a:cs typeface="Afacad Flux"/>
                <a:sym typeface="Afacad Flux"/>
              </a:rPr>
              <a:t>Johnathan Spinelli - jspinelli</a:t>
            </a:r>
            <a:endParaRPr sz="2200">
              <a:latin typeface="Afacad Flux"/>
              <a:ea typeface="Afacad Flux"/>
              <a:cs typeface="Afacad Flux"/>
              <a:sym typeface="Afacad Flux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latin typeface="Afacad Flux"/>
                <a:ea typeface="Afacad Flux"/>
                <a:cs typeface="Afacad Flux"/>
                <a:sym typeface="Afacad Flux"/>
              </a:rPr>
              <a:t>Rui Zhang - </a:t>
            </a:r>
            <a:r>
              <a:rPr lang="en" sz="2200">
                <a:uFill>
                  <a:noFill/>
                </a:uFill>
                <a:latin typeface="Afacad Flux"/>
                <a:ea typeface="Afacad Flux"/>
                <a:cs typeface="Afacad Flux"/>
                <a:sym typeface="Afacad Flux"/>
                <a:hlinkClick r:id="rId4"/>
              </a:rPr>
              <a:t>rui2.zhang</a:t>
            </a:r>
            <a:endParaRPr sz="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1" name="Google Shape;521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706964">
            <a:off x="5431324" y="-2078324"/>
            <a:ext cx="5143501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68"/>
          <p:cNvSpPr txBox="1"/>
          <p:nvPr>
            <p:ph type="title"/>
          </p:nvPr>
        </p:nvSpPr>
        <p:spPr>
          <a:xfrm>
            <a:off x="361975" y="1325950"/>
            <a:ext cx="7998300" cy="322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Char char="●"/>
            </a:pPr>
            <a:r>
              <a:rPr lang="en" sz="1450"/>
              <a:t>Children attend summer camps to spend time outdoors, develop new skills and make new friends</a:t>
            </a:r>
            <a:endParaRPr sz="1450"/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Char char="●"/>
            </a:pPr>
            <a:r>
              <a:rPr lang="en" sz="1450"/>
              <a:t>These summer camps often have a lot of planning in order to make things run smoothly, as there is a lot of responsibility placed on the coordinators watching over a large group of children in the wilderness. </a:t>
            </a:r>
            <a:endParaRPr sz="1450"/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Char char="●"/>
            </a:pPr>
            <a:r>
              <a:rPr lang="en" sz="1450"/>
              <a:t>Activities for campers to sign up for, allowing them to customize their own camp experience </a:t>
            </a:r>
            <a:endParaRPr sz="1450"/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Char char="●"/>
            </a:pPr>
            <a:r>
              <a:rPr lang="en" sz="1450"/>
              <a:t>Parents/Guardians may want to check in on their children throughout the week</a:t>
            </a:r>
            <a:endParaRPr sz="1450"/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Char char="●"/>
            </a:pPr>
            <a:r>
              <a:rPr lang="en" sz="1450"/>
              <a:t>Campers earn badges for learning or displaying a skill during an activity, such as fire starting</a:t>
            </a:r>
            <a:endParaRPr sz="1450"/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Char char="●"/>
            </a:pPr>
            <a:r>
              <a:rPr lang="en" sz="1450"/>
              <a:t>The database solution will provide structure to the camp organizers, allowing for recording participant information and planning events held throughout the duration of the camp.</a:t>
            </a:r>
            <a:endParaRPr sz="1450"/>
          </a:p>
        </p:txBody>
      </p:sp>
      <p:sp>
        <p:nvSpPr>
          <p:cNvPr id="523" name="Google Shape;523;p68"/>
          <p:cNvSpPr txBox="1"/>
          <p:nvPr>
            <p:ph idx="4294967295" type="title"/>
          </p:nvPr>
        </p:nvSpPr>
        <p:spPr>
          <a:xfrm>
            <a:off x="361975" y="369292"/>
            <a:ext cx="57186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Topic Overview</a:t>
            </a:r>
            <a:endParaRPr i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0D5CD"/>
        </a:solidFill>
      </p:bgPr>
    </p:bg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69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529" name="Google Shape;529;p69"/>
          <p:cNvSpPr txBox="1"/>
          <p:nvPr>
            <p:ph type="title"/>
          </p:nvPr>
        </p:nvSpPr>
        <p:spPr>
          <a:xfrm>
            <a:off x="321325" y="1149050"/>
            <a:ext cx="7576500" cy="322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Database will contain records for each of the campers and </a:t>
            </a:r>
            <a:r>
              <a:rPr lang="en" sz="1450">
                <a:solidFill>
                  <a:schemeClr val="lt1"/>
                </a:solidFill>
              </a:rPr>
              <a:t>counsellor</a:t>
            </a:r>
            <a:r>
              <a:rPr lang="en" sz="1450">
                <a:solidFill>
                  <a:schemeClr val="lt1"/>
                </a:solidFill>
              </a:rPr>
              <a:t>s 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Activity table </a:t>
            </a:r>
            <a:r>
              <a:rPr lang="en" sz="1450">
                <a:solidFill>
                  <a:schemeClr val="lt1"/>
                </a:solidFill>
              </a:rPr>
              <a:t>containing</a:t>
            </a:r>
            <a:r>
              <a:rPr lang="en" sz="1450">
                <a:solidFill>
                  <a:schemeClr val="lt1"/>
                </a:solidFill>
              </a:rPr>
              <a:t> a list of all possible activities that can take place at the camp</a:t>
            </a:r>
            <a:endParaRPr sz="1450">
              <a:solidFill>
                <a:schemeClr val="lt1"/>
              </a:solidFill>
            </a:endParaRPr>
          </a:p>
          <a:p>
            <a:pPr indent="-320675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Font typeface="Newsreader"/>
              <a:buChar char="○"/>
            </a:pPr>
            <a:r>
              <a:rPr lang="en" sz="145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hiking, kayaking, soccer, etc.</a:t>
            </a:r>
            <a:endParaRPr sz="145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Font typeface="Newsreader"/>
              <a:buChar char="●"/>
            </a:pPr>
            <a:r>
              <a:rPr lang="en" sz="1450">
                <a:solidFill>
                  <a:schemeClr val="lt1"/>
                </a:solidFill>
              </a:rPr>
              <a:t>Event table contains the scheduling for where and when the activity will take place, which </a:t>
            </a:r>
            <a:r>
              <a:rPr lang="en" sz="1450">
                <a:solidFill>
                  <a:schemeClr val="lt1"/>
                </a:solidFill>
              </a:rPr>
              <a:t>counsellor</a:t>
            </a:r>
            <a:r>
              <a:rPr lang="en" sz="1450">
                <a:solidFill>
                  <a:schemeClr val="lt1"/>
                </a:solidFill>
              </a:rPr>
              <a:t> is leading the event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Parents will be able to sign their campers up for events in advance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Activities may have an associated badge for campers to earn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Parents can track their child’s progress through their badge collection table</a:t>
            </a:r>
            <a:endParaRPr sz="145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Parents would use a website to manage their child’s camp experience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Admin staff have full access to database, planning activities and events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counsellor</a:t>
            </a:r>
            <a:r>
              <a:rPr lang="en" sz="1450">
                <a:solidFill>
                  <a:schemeClr val="lt1"/>
                </a:solidFill>
              </a:rPr>
              <a:t>s can see registration for their events and emergency contact info for campers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Application to update a camper’s badge collection based on completed events</a:t>
            </a:r>
            <a:endParaRPr sz="1450">
              <a:solidFill>
                <a:schemeClr val="lt1"/>
              </a:solidFill>
            </a:endParaRPr>
          </a:p>
        </p:txBody>
      </p:sp>
      <p:sp>
        <p:nvSpPr>
          <p:cNvPr id="530" name="Google Shape;530;p69"/>
          <p:cNvSpPr txBox="1"/>
          <p:nvPr>
            <p:ph idx="4294967295" type="title"/>
          </p:nvPr>
        </p:nvSpPr>
        <p:spPr>
          <a:xfrm>
            <a:off x="361975" y="369292"/>
            <a:ext cx="57186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Database Solution</a:t>
            </a:r>
            <a:endParaRPr i="1"/>
          </a:p>
        </p:txBody>
      </p:sp>
      <p:pic>
        <p:nvPicPr>
          <p:cNvPr id="531" name="Google Shape;531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9775" y="2019100"/>
            <a:ext cx="2267499" cy="2267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1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7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537" name="Google Shape;537;p70"/>
          <p:cNvSpPr txBox="1"/>
          <p:nvPr>
            <p:ph type="title"/>
          </p:nvPr>
        </p:nvSpPr>
        <p:spPr>
          <a:xfrm>
            <a:off x="321325" y="1149050"/>
            <a:ext cx="8038500" cy="3630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Counsellors have exactly one address, and campers have exactly one address, but an address may belong to many counsellors and/or campers. An address cannot exist without an associated counsellor or camper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 u="sng">
                <a:solidFill>
                  <a:schemeClr val="lt1"/>
                </a:solidFill>
              </a:rPr>
              <a:t>A camper has exactly one guardian, and a guardian can belong to multiple campers</a:t>
            </a:r>
            <a:endParaRPr sz="1450" u="sng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Counsellors can lead many events, and each event has exactly one </a:t>
            </a:r>
            <a:r>
              <a:rPr lang="en" sz="1450">
                <a:solidFill>
                  <a:schemeClr val="lt1"/>
                </a:solidFill>
              </a:rPr>
              <a:t>counsellor</a:t>
            </a:r>
            <a:r>
              <a:rPr lang="en" sz="1450">
                <a:solidFill>
                  <a:schemeClr val="lt1"/>
                </a:solidFill>
              </a:rPr>
              <a:t> leading the event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 u="sng">
                <a:solidFill>
                  <a:schemeClr val="lt1"/>
                </a:solidFill>
              </a:rPr>
              <a:t>An event has one corresponding activity, but an activity may be run for many events</a:t>
            </a:r>
            <a:endParaRPr sz="1450" u="sng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Each event takes place at a campground location, and a location may be used for many different events</a:t>
            </a:r>
            <a:endParaRPr sz="1450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 u="sng">
                <a:solidFill>
                  <a:schemeClr val="lt1"/>
                </a:solidFill>
              </a:rPr>
              <a:t>An activity may only have one badge associated with it, but a badge may be associated with many activities</a:t>
            </a:r>
            <a:endParaRPr sz="1450" u="sng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A camper may earn many badges, and a badge may belong to many campers </a:t>
            </a:r>
            <a:endParaRPr sz="1450">
              <a:solidFill>
                <a:schemeClr val="lt1"/>
              </a:solidFill>
            </a:endParaRPr>
          </a:p>
          <a:p>
            <a:pPr indent="-320675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Font typeface="Newsreader"/>
              <a:buChar char="○"/>
            </a:pPr>
            <a:r>
              <a:rPr lang="en" sz="145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It’s also possible that a rare badge exists that no campers have earned yet</a:t>
            </a:r>
            <a:endParaRPr sz="145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 u="sng">
                <a:solidFill>
                  <a:schemeClr val="lt1"/>
                </a:solidFill>
              </a:rPr>
              <a:t>A camper can register for many events, and each event can have many campers registered (N:N)</a:t>
            </a:r>
            <a:endParaRPr sz="1450" u="sng">
              <a:solidFill>
                <a:schemeClr val="lt1"/>
              </a:solidFill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0"/>
              <a:buChar char="●"/>
            </a:pPr>
            <a:r>
              <a:rPr lang="en" sz="1450">
                <a:solidFill>
                  <a:schemeClr val="lt1"/>
                </a:solidFill>
              </a:rPr>
              <a:t>An activity may have many equipment items, but each item belongs to a single activity</a:t>
            </a:r>
            <a:endParaRPr sz="1450">
              <a:solidFill>
                <a:schemeClr val="lt1"/>
              </a:solidFill>
            </a:endParaRPr>
          </a:p>
        </p:txBody>
      </p:sp>
      <p:sp>
        <p:nvSpPr>
          <p:cNvPr id="538" name="Google Shape;538;p70"/>
          <p:cNvSpPr txBox="1"/>
          <p:nvPr>
            <p:ph idx="4294967295" type="title"/>
          </p:nvPr>
        </p:nvSpPr>
        <p:spPr>
          <a:xfrm>
            <a:off x="361975" y="369292"/>
            <a:ext cx="57186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Rules</a:t>
            </a:r>
            <a:endParaRPr i="1"/>
          </a:p>
        </p:txBody>
      </p:sp>
      <p:pic>
        <p:nvPicPr>
          <p:cNvPr descr="a clipboard with a piece of paper free icon (Provided by Tenor)" id="539" name="Google Shape;539;p70"/>
          <p:cNvPicPr preferRelativeResize="0"/>
          <p:nvPr/>
        </p:nvPicPr>
        <p:blipFill>
          <a:blip r:embed="rId3">
            <a:alphaModFix amt="66000"/>
          </a:blip>
          <a:stretch>
            <a:fillRect/>
          </a:stretch>
        </p:blipFill>
        <p:spPr>
          <a:xfrm rot="-1338046">
            <a:off x="2970992" y="401594"/>
            <a:ext cx="500566" cy="500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540" name="Google Shape;540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3485287">
            <a:off x="6705791" y="1653532"/>
            <a:ext cx="4141779" cy="2629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1"/>
        </a:solidFill>
      </p:bgPr>
    </p:bg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7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546" name="Google Shape;546;p71"/>
          <p:cNvSpPr txBox="1"/>
          <p:nvPr>
            <p:ph type="title"/>
          </p:nvPr>
        </p:nvSpPr>
        <p:spPr>
          <a:xfrm>
            <a:off x="4232250" y="1719900"/>
            <a:ext cx="4675800" cy="139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</a:rPr>
              <a:t>A single event required a lot of information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</a:rPr>
              <a:t>Broken down into separate tables, which can be used for multiple different activities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</a:rPr>
              <a:t>Same activity can happen multiple times per week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</a:rPr>
              <a:t>Badges are easier to associate with activities and campers</a:t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547" name="Google Shape;547;p71"/>
          <p:cNvSpPr txBox="1"/>
          <p:nvPr>
            <p:ph idx="4294967295" type="title"/>
          </p:nvPr>
        </p:nvSpPr>
        <p:spPr>
          <a:xfrm>
            <a:off x="361975" y="369292"/>
            <a:ext cx="57186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Normalization</a:t>
            </a:r>
            <a:endParaRPr i="1"/>
          </a:p>
        </p:txBody>
      </p:sp>
      <p:pic>
        <p:nvPicPr>
          <p:cNvPr id="548" name="Google Shape;548;p71" title="Normalization.drawio (2).png"/>
          <p:cNvPicPr preferRelativeResize="0"/>
          <p:nvPr/>
        </p:nvPicPr>
        <p:blipFill rotWithShape="1">
          <a:blip r:embed="rId3">
            <a:alphaModFix/>
          </a:blip>
          <a:srcRect b="75935" l="0" r="0" t="0"/>
          <a:stretch/>
        </p:blipFill>
        <p:spPr>
          <a:xfrm>
            <a:off x="3063312" y="148975"/>
            <a:ext cx="5705713" cy="110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1" title="Normalization.drawio (2).png"/>
          <p:cNvPicPr preferRelativeResize="0"/>
          <p:nvPr/>
        </p:nvPicPr>
        <p:blipFill rotWithShape="1">
          <a:blip r:embed="rId3">
            <a:alphaModFix/>
          </a:blip>
          <a:srcRect b="31439" l="0" r="41269" t="23685"/>
          <a:stretch/>
        </p:blipFill>
        <p:spPr>
          <a:xfrm>
            <a:off x="186175" y="1257200"/>
            <a:ext cx="3769774" cy="2324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0" name="Google Shape;550;p71" title="Normalization.drawio (2).png"/>
          <p:cNvPicPr preferRelativeResize="0"/>
          <p:nvPr/>
        </p:nvPicPr>
        <p:blipFill rotWithShape="1">
          <a:blip r:embed="rId3">
            <a:alphaModFix/>
          </a:blip>
          <a:srcRect b="360" l="0" r="48445" t="67141"/>
          <a:stretch/>
        </p:blipFill>
        <p:spPr>
          <a:xfrm>
            <a:off x="4114400" y="3325400"/>
            <a:ext cx="3309199" cy="1683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" name="Google Shape;551;p71" title="Normalization.drawio (2).png"/>
          <p:cNvPicPr preferRelativeResize="0"/>
          <p:nvPr/>
        </p:nvPicPr>
        <p:blipFill rotWithShape="1">
          <a:blip r:embed="rId3">
            <a:alphaModFix/>
          </a:blip>
          <a:srcRect b="360" l="59674" r="15309" t="67141"/>
          <a:stretch/>
        </p:blipFill>
        <p:spPr>
          <a:xfrm>
            <a:off x="7423600" y="3325400"/>
            <a:ext cx="1605699" cy="1683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2" title="Camp ERD.drawio (4).png"/>
          <p:cNvPicPr preferRelativeResize="0"/>
          <p:nvPr/>
        </p:nvPicPr>
        <p:blipFill rotWithShape="1">
          <a:blip r:embed="rId3">
            <a:alphaModFix/>
          </a:blip>
          <a:srcRect b="89" l="0" r="0" t="79"/>
          <a:stretch/>
        </p:blipFill>
        <p:spPr>
          <a:xfrm>
            <a:off x="84112" y="0"/>
            <a:ext cx="8881869" cy="51435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" name="Google Shape;557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85" y="112075"/>
            <a:ext cx="359700" cy="35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17734" y="112075"/>
            <a:ext cx="359700" cy="35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059" y="3092075"/>
            <a:ext cx="359700" cy="35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" name="Google Shape;560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17741" y="2054050"/>
            <a:ext cx="359700" cy="35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1" name="Google Shape;561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94718" y="-90751"/>
            <a:ext cx="359700" cy="35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2" name="Google Shape;562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45518" y="1848709"/>
            <a:ext cx="359700" cy="35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48493" y="3433099"/>
            <a:ext cx="359700" cy="35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73"/>
          <p:cNvSpPr txBox="1"/>
          <p:nvPr>
            <p:ph idx="4294967295" type="title"/>
          </p:nvPr>
        </p:nvSpPr>
        <p:spPr>
          <a:xfrm>
            <a:off x="361975" y="369292"/>
            <a:ext cx="57186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Sample Data - Addresses</a:t>
            </a:r>
            <a:endParaRPr i="1">
              <a:solidFill>
                <a:schemeClr val="dk1"/>
              </a:solidFill>
            </a:endParaRPr>
          </a:p>
        </p:txBody>
      </p:sp>
      <p:grpSp>
        <p:nvGrpSpPr>
          <p:cNvPr id="569" name="Google Shape;569;p73"/>
          <p:cNvGrpSpPr/>
          <p:nvPr/>
        </p:nvGrpSpPr>
        <p:grpSpPr>
          <a:xfrm>
            <a:off x="7467659" y="135259"/>
            <a:ext cx="1450808" cy="1413617"/>
            <a:chOff x="5801317" y="-225444"/>
            <a:chExt cx="2398823" cy="2337330"/>
          </a:xfrm>
        </p:grpSpPr>
        <p:pic>
          <p:nvPicPr>
            <p:cNvPr id="570" name="Google Shape;570;p7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2384243">
              <a:off x="6561150" y="52401"/>
              <a:ext cx="1361145" cy="13611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1" name="Google Shape;571;p7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126994">
              <a:off x="5833067" y="328467"/>
              <a:ext cx="1751669" cy="175166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72" name="Google Shape;572;p73" title="Hous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67650" y="3985325"/>
            <a:ext cx="670225" cy="67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" name="Google Shape;573;p73" title="Hous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67650" y="3002687"/>
            <a:ext cx="670225" cy="67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73" title="Hous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90275" y="3467500"/>
            <a:ext cx="670225" cy="67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" name="Google Shape;575;p7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7075" y="1277225"/>
            <a:ext cx="3784348" cy="1580400"/>
          </a:xfrm>
          <a:prstGeom prst="rect">
            <a:avLst/>
          </a:prstGeom>
          <a:solidFill>
            <a:srgbClr val="FF00FF"/>
          </a:solidFill>
          <a:ln>
            <a:noFill/>
          </a:ln>
        </p:spPr>
      </p:pic>
      <p:pic>
        <p:nvPicPr>
          <p:cNvPr id="576" name="Google Shape;576;p7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075" y="3075151"/>
            <a:ext cx="4326300" cy="179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74"/>
          <p:cNvSpPr txBox="1"/>
          <p:nvPr>
            <p:ph idx="4294967295" type="title"/>
          </p:nvPr>
        </p:nvSpPr>
        <p:spPr>
          <a:xfrm>
            <a:off x="361975" y="369292"/>
            <a:ext cx="57186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Sample Data - Campers</a:t>
            </a:r>
            <a:endParaRPr i="1">
              <a:solidFill>
                <a:schemeClr val="dk1"/>
              </a:solidFill>
            </a:endParaRPr>
          </a:p>
        </p:txBody>
      </p:sp>
      <p:grpSp>
        <p:nvGrpSpPr>
          <p:cNvPr id="582" name="Google Shape;582;p74"/>
          <p:cNvGrpSpPr/>
          <p:nvPr/>
        </p:nvGrpSpPr>
        <p:grpSpPr>
          <a:xfrm>
            <a:off x="7467659" y="135259"/>
            <a:ext cx="1450808" cy="1413617"/>
            <a:chOff x="5801317" y="-225444"/>
            <a:chExt cx="2398823" cy="2337330"/>
          </a:xfrm>
        </p:grpSpPr>
        <p:pic>
          <p:nvPicPr>
            <p:cNvPr id="583" name="Google Shape;583;p7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2384243">
              <a:off x="6561150" y="52401"/>
              <a:ext cx="1361145" cy="13611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4" name="Google Shape;584;p7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126994">
              <a:off x="5833067" y="328467"/>
              <a:ext cx="1751669" cy="175166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85" name="Google Shape;585;p74" title="Kid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57973" y="3985325"/>
            <a:ext cx="489580" cy="67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74" title="Kid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80598" y="3467500"/>
            <a:ext cx="489580" cy="67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74" title="Kid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57973" y="3002675"/>
            <a:ext cx="489580" cy="67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" name="Google Shape;588;p7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7075" y="1277225"/>
            <a:ext cx="6276226" cy="172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p7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075" y="3075150"/>
            <a:ext cx="3692353" cy="179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75" title="Cano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7650" y="4028625"/>
            <a:ext cx="670225" cy="67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5" name="Google Shape;595;p75" title="Cano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0275" y="3489150"/>
            <a:ext cx="670225" cy="67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6" name="Google Shape;596;p75" title="Cano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7650" y="3024338"/>
            <a:ext cx="670225" cy="670225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75"/>
          <p:cNvSpPr txBox="1"/>
          <p:nvPr>
            <p:ph idx="4294967295" type="title"/>
          </p:nvPr>
        </p:nvSpPr>
        <p:spPr>
          <a:xfrm>
            <a:off x="361975" y="369292"/>
            <a:ext cx="57186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Sample Data - Events</a:t>
            </a:r>
            <a:endParaRPr i="1">
              <a:solidFill>
                <a:schemeClr val="dk1"/>
              </a:solidFill>
            </a:endParaRPr>
          </a:p>
        </p:txBody>
      </p:sp>
      <p:grpSp>
        <p:nvGrpSpPr>
          <p:cNvPr id="598" name="Google Shape;598;p75"/>
          <p:cNvGrpSpPr/>
          <p:nvPr/>
        </p:nvGrpSpPr>
        <p:grpSpPr>
          <a:xfrm>
            <a:off x="7467659" y="135259"/>
            <a:ext cx="1450808" cy="1413617"/>
            <a:chOff x="5801317" y="-225444"/>
            <a:chExt cx="2398823" cy="2337330"/>
          </a:xfrm>
        </p:grpSpPr>
        <p:pic>
          <p:nvPicPr>
            <p:cNvPr id="599" name="Google Shape;599;p7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2384243">
              <a:off x="6561150" y="52401"/>
              <a:ext cx="1361145" cy="13611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0" name="Google Shape;600;p7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-126994">
              <a:off x="5833067" y="328467"/>
              <a:ext cx="1751669" cy="175166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01" name="Google Shape;601;p7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7075" y="1277225"/>
            <a:ext cx="5751638" cy="1747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p7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075" y="3075150"/>
            <a:ext cx="3859766" cy="179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76" title="Registr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7975" y="3945194"/>
            <a:ext cx="489575" cy="750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08" name="Google Shape;608;p76" title="Registr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0600" y="3427369"/>
            <a:ext cx="489575" cy="750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76" title="Registr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7975" y="2962556"/>
            <a:ext cx="489575" cy="750488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6"/>
          <p:cNvSpPr txBox="1"/>
          <p:nvPr>
            <p:ph idx="4294967295" type="title"/>
          </p:nvPr>
        </p:nvSpPr>
        <p:spPr>
          <a:xfrm>
            <a:off x="361975" y="369292"/>
            <a:ext cx="57186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Sample Data - Registration</a:t>
            </a:r>
            <a:endParaRPr i="1">
              <a:solidFill>
                <a:schemeClr val="dk1"/>
              </a:solidFill>
            </a:endParaRPr>
          </a:p>
        </p:txBody>
      </p:sp>
      <p:grpSp>
        <p:nvGrpSpPr>
          <p:cNvPr id="611" name="Google Shape;611;p76"/>
          <p:cNvGrpSpPr/>
          <p:nvPr/>
        </p:nvGrpSpPr>
        <p:grpSpPr>
          <a:xfrm>
            <a:off x="7467659" y="135259"/>
            <a:ext cx="1450808" cy="1413617"/>
            <a:chOff x="5801317" y="-225444"/>
            <a:chExt cx="2398823" cy="2337330"/>
          </a:xfrm>
        </p:grpSpPr>
        <p:pic>
          <p:nvPicPr>
            <p:cNvPr id="612" name="Google Shape;612;p7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2384243">
              <a:off x="6561150" y="52401"/>
              <a:ext cx="1361145" cy="13611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3" name="Google Shape;613;p7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-126994">
              <a:off x="5833067" y="328467"/>
              <a:ext cx="1751669" cy="175166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14" name="Google Shape;614;p7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7075" y="1277225"/>
            <a:ext cx="6481551" cy="124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5" name="Google Shape;615;p7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075" y="3075150"/>
            <a:ext cx="1007636" cy="179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96C3CF"/>
        </a:solidFill>
      </p:bgPr>
    </p:bg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77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621" name="Google Shape;621;p77"/>
          <p:cNvSpPr txBox="1"/>
          <p:nvPr>
            <p:ph type="title"/>
          </p:nvPr>
        </p:nvSpPr>
        <p:spPr>
          <a:xfrm>
            <a:off x="783700" y="1325950"/>
            <a:ext cx="7576500" cy="322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</a:rPr>
              <a:t>Admin staff put </a:t>
            </a:r>
            <a:r>
              <a:rPr lang="en" sz="1500">
                <a:solidFill>
                  <a:srgbClr val="000000"/>
                </a:solidFill>
              </a:rPr>
              <a:t>together</a:t>
            </a:r>
            <a:r>
              <a:rPr lang="en" sz="1500">
                <a:solidFill>
                  <a:srgbClr val="000000"/>
                </a:solidFill>
              </a:rPr>
              <a:t> a weekly “report card” for the campers, and they want input from each of the counsellors who spent time with them. Admin wants a list of how many times each camper did an activity with their counsellors.</a:t>
            </a:r>
            <a:endParaRPr sz="1500">
              <a:solidFill>
                <a:srgbClr val="000000"/>
              </a:solidFill>
            </a:endParaRPr>
          </a:p>
        </p:txBody>
      </p:sp>
      <p:sp>
        <p:nvSpPr>
          <p:cNvPr id="622" name="Google Shape;622;p77"/>
          <p:cNvSpPr txBox="1"/>
          <p:nvPr>
            <p:ph idx="4294967295" type="title"/>
          </p:nvPr>
        </p:nvSpPr>
        <p:spPr>
          <a:xfrm>
            <a:off x="361975" y="369300"/>
            <a:ext cx="64407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Sample Query - Camper &amp; Counsellor</a:t>
            </a:r>
            <a:endParaRPr i="1">
              <a:solidFill>
                <a:srgbClr val="000000"/>
              </a:solidFill>
            </a:endParaRPr>
          </a:p>
        </p:txBody>
      </p:sp>
      <p:sp>
        <p:nvSpPr>
          <p:cNvPr id="623" name="Google Shape;623;p77"/>
          <p:cNvSpPr/>
          <p:nvPr/>
        </p:nvSpPr>
        <p:spPr>
          <a:xfrm>
            <a:off x="783700" y="2344450"/>
            <a:ext cx="6516000" cy="974700"/>
          </a:xfrm>
          <a:prstGeom prst="rect">
            <a:avLst/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DM Sans"/>
                <a:ea typeface="DM Sans"/>
                <a:cs typeface="DM Sans"/>
                <a:sym typeface="DM Sans"/>
              </a:rPr>
              <a:t>Screenshot / code for the query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24" name="Google Shape;624;p77"/>
          <p:cNvSpPr/>
          <p:nvPr/>
        </p:nvSpPr>
        <p:spPr>
          <a:xfrm>
            <a:off x="783700" y="3453436"/>
            <a:ext cx="6516000" cy="974700"/>
          </a:xfrm>
          <a:prstGeom prst="rect">
            <a:avLst/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DM Sans"/>
                <a:ea typeface="DM Sans"/>
                <a:cs typeface="DM Sans"/>
                <a:sym typeface="DM Sans"/>
              </a:rPr>
              <a:t>Result of the query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25" name="Google Shape;625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1975" y="2344450"/>
            <a:ext cx="3483032" cy="208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96C3CF"/>
        </a:solidFill>
      </p:bgPr>
    </p:bg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78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631" name="Google Shape;631;p78"/>
          <p:cNvSpPr txBox="1"/>
          <p:nvPr>
            <p:ph type="title"/>
          </p:nvPr>
        </p:nvSpPr>
        <p:spPr>
          <a:xfrm>
            <a:off x="783700" y="1325950"/>
            <a:ext cx="7576500" cy="322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</a:rPr>
              <a:t>At the end of the week, there is a ceremony where the counsellors hand out badges to the campers. The director needs to know how many of each badge to bring to the ceremony.</a:t>
            </a:r>
            <a:endParaRPr sz="1500">
              <a:solidFill>
                <a:srgbClr val="000000"/>
              </a:solidFill>
            </a:endParaRPr>
          </a:p>
        </p:txBody>
      </p:sp>
      <p:sp>
        <p:nvSpPr>
          <p:cNvPr id="632" name="Google Shape;632;p78"/>
          <p:cNvSpPr txBox="1"/>
          <p:nvPr>
            <p:ph idx="4294967295" type="title"/>
          </p:nvPr>
        </p:nvSpPr>
        <p:spPr>
          <a:xfrm>
            <a:off x="361975" y="369300"/>
            <a:ext cx="64407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Sample Query - Badge Ceremony</a:t>
            </a:r>
            <a:endParaRPr i="1">
              <a:solidFill>
                <a:srgbClr val="000000"/>
              </a:solidFill>
            </a:endParaRPr>
          </a:p>
        </p:txBody>
      </p:sp>
      <p:sp>
        <p:nvSpPr>
          <p:cNvPr id="633" name="Google Shape;633;p78"/>
          <p:cNvSpPr/>
          <p:nvPr/>
        </p:nvSpPr>
        <p:spPr>
          <a:xfrm>
            <a:off x="783700" y="2344450"/>
            <a:ext cx="6516000" cy="974700"/>
          </a:xfrm>
          <a:prstGeom prst="rect">
            <a:avLst/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DM Sans"/>
                <a:ea typeface="DM Sans"/>
                <a:cs typeface="DM Sans"/>
                <a:sym typeface="DM Sans"/>
              </a:rPr>
              <a:t>Screenshot / code for the query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34" name="Google Shape;634;p78"/>
          <p:cNvSpPr/>
          <p:nvPr/>
        </p:nvSpPr>
        <p:spPr>
          <a:xfrm>
            <a:off x="783700" y="3453436"/>
            <a:ext cx="6516000" cy="974700"/>
          </a:xfrm>
          <a:prstGeom prst="rect">
            <a:avLst/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DM Sans"/>
                <a:ea typeface="DM Sans"/>
                <a:cs typeface="DM Sans"/>
                <a:sym typeface="DM Sans"/>
              </a:rPr>
              <a:t>Result of the query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35" name="Google Shape;635;p78"/>
          <p:cNvPicPr preferRelativeResize="0"/>
          <p:nvPr/>
        </p:nvPicPr>
        <p:blipFill rotWithShape="1">
          <a:blip r:embed="rId3">
            <a:alphaModFix/>
          </a:blip>
          <a:srcRect b="-1480" l="0" r="0" t="1480"/>
          <a:stretch/>
        </p:blipFill>
        <p:spPr>
          <a:xfrm>
            <a:off x="361975" y="2341115"/>
            <a:ext cx="3483025" cy="11949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96C3CF"/>
        </a:solidFill>
      </p:bgPr>
    </p:bg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9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641" name="Google Shape;641;p79"/>
          <p:cNvSpPr txBox="1"/>
          <p:nvPr>
            <p:ph type="title"/>
          </p:nvPr>
        </p:nvSpPr>
        <p:spPr>
          <a:xfrm>
            <a:off x="783700" y="1325950"/>
            <a:ext cx="7576500" cy="322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</a:rPr>
              <a:t>Parents want to monitor their child’s progress throughout the week, seeing what badges they have earned and which activity it was earned through (if applicable).</a:t>
            </a:r>
            <a:endParaRPr sz="1500">
              <a:solidFill>
                <a:srgbClr val="000000"/>
              </a:solidFill>
            </a:endParaRPr>
          </a:p>
        </p:txBody>
      </p:sp>
      <p:sp>
        <p:nvSpPr>
          <p:cNvPr id="642" name="Google Shape;642;p79"/>
          <p:cNvSpPr txBox="1"/>
          <p:nvPr>
            <p:ph idx="4294967295" type="title"/>
          </p:nvPr>
        </p:nvSpPr>
        <p:spPr>
          <a:xfrm>
            <a:off x="361975" y="369300"/>
            <a:ext cx="64407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Sample Query - Badge Collection</a:t>
            </a:r>
            <a:endParaRPr i="1">
              <a:solidFill>
                <a:srgbClr val="000000"/>
              </a:solidFill>
            </a:endParaRPr>
          </a:p>
        </p:txBody>
      </p:sp>
      <p:sp>
        <p:nvSpPr>
          <p:cNvPr id="643" name="Google Shape;643;p79"/>
          <p:cNvSpPr/>
          <p:nvPr/>
        </p:nvSpPr>
        <p:spPr>
          <a:xfrm>
            <a:off x="783700" y="2344450"/>
            <a:ext cx="6516000" cy="974700"/>
          </a:xfrm>
          <a:prstGeom prst="rect">
            <a:avLst/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DM Sans"/>
                <a:ea typeface="DM Sans"/>
                <a:cs typeface="DM Sans"/>
                <a:sym typeface="DM Sans"/>
              </a:rPr>
              <a:t>Screenshot / code for the query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44" name="Google Shape;644;p79"/>
          <p:cNvSpPr/>
          <p:nvPr/>
        </p:nvSpPr>
        <p:spPr>
          <a:xfrm>
            <a:off x="783700" y="3453436"/>
            <a:ext cx="6516000" cy="974700"/>
          </a:xfrm>
          <a:prstGeom prst="rect">
            <a:avLst/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DM Sans"/>
                <a:ea typeface="DM Sans"/>
                <a:cs typeface="DM Sans"/>
                <a:sym typeface="DM Sans"/>
              </a:rPr>
              <a:t>Result of the query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45" name="Google Shape;645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1975" y="2344450"/>
            <a:ext cx="3482029" cy="2083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96C3C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8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651" name="Google Shape;651;p80"/>
          <p:cNvSpPr txBox="1"/>
          <p:nvPr>
            <p:ph type="title"/>
          </p:nvPr>
        </p:nvSpPr>
        <p:spPr>
          <a:xfrm>
            <a:off x="783700" y="1325950"/>
            <a:ext cx="7576500" cy="322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</a:rPr>
              <a:t>Location availability - given a time range, check if a location is being used within that window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</a:rPr>
              <a:t>Assigned buddy - see which campers are registered for multiple activities throughout the week, counsellors can partner them up on the first day to make friends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</a:rPr>
              <a:t>Mailing list - houses with multiple children or both campers and counsellors don’t need to receive multiple pamphlets.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</a:rPr>
              <a:t>Activity refinement - activities with the least registrations may be phased out for next year</a:t>
            </a:r>
            <a:endParaRPr sz="1500">
              <a:solidFill>
                <a:srgbClr val="000000"/>
              </a:solidFill>
            </a:endParaRPr>
          </a:p>
        </p:txBody>
      </p:sp>
      <p:sp>
        <p:nvSpPr>
          <p:cNvPr id="652" name="Google Shape;652;p80"/>
          <p:cNvSpPr txBox="1"/>
          <p:nvPr>
            <p:ph idx="4294967295" type="title"/>
          </p:nvPr>
        </p:nvSpPr>
        <p:spPr>
          <a:xfrm>
            <a:off x="361975" y="369300"/>
            <a:ext cx="64407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Other Potential Queries</a:t>
            </a:r>
            <a:endParaRPr i="1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96C3CF"/>
        </a:solidFill>
      </p:bgPr>
    </p:bg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8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658" name="Google Shape;658;p81"/>
          <p:cNvSpPr txBox="1"/>
          <p:nvPr>
            <p:ph type="title"/>
          </p:nvPr>
        </p:nvSpPr>
        <p:spPr>
          <a:xfrm>
            <a:off x="783700" y="1325950"/>
            <a:ext cx="7576500" cy="322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</a:rPr>
              <a:t>Database design allows for future modifications or additions: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Allergy database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Counsellor certifications (First Aid, Lifeguard, etc.)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Identifiers for returning campers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</a:rPr>
              <a:t>Changes to the database would also require changes to the </a:t>
            </a:r>
            <a:r>
              <a:rPr lang="en" sz="1500">
                <a:solidFill>
                  <a:srgbClr val="000000"/>
                </a:solidFill>
              </a:rPr>
              <a:t>front-end for parents to interact with, counsellor registration, etc.</a:t>
            </a:r>
            <a:endParaRPr sz="1500">
              <a:solidFill>
                <a:srgbClr val="000000"/>
              </a:solidFill>
            </a:endParaRPr>
          </a:p>
        </p:txBody>
      </p:sp>
      <p:sp>
        <p:nvSpPr>
          <p:cNvPr id="659" name="Google Shape;659;p81"/>
          <p:cNvSpPr txBox="1"/>
          <p:nvPr>
            <p:ph idx="4294967295" type="title"/>
          </p:nvPr>
        </p:nvSpPr>
        <p:spPr>
          <a:xfrm>
            <a:off x="361975" y="369300"/>
            <a:ext cx="64407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Scalability Potential</a:t>
            </a:r>
            <a:endParaRPr i="1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0D5CD"/>
        </a:solidFill>
      </p:bgPr>
    </p:bg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665" name="Google Shape;665;p82"/>
          <p:cNvSpPr txBox="1"/>
          <p:nvPr>
            <p:ph idx="4294967295" type="title"/>
          </p:nvPr>
        </p:nvSpPr>
        <p:spPr>
          <a:xfrm>
            <a:off x="361975" y="2509967"/>
            <a:ext cx="57186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Questions?</a:t>
            </a:r>
            <a:endParaRPr i="1" sz="6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 to Topic</a:t>
            </a:r>
            <a:endParaRPr/>
          </a:p>
        </p:txBody>
      </p:sp>
      <p:sp>
        <p:nvSpPr>
          <p:cNvPr id="671" name="Google Shape;671;p8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Summer camp, </a:t>
            </a:r>
            <a:r>
              <a:rPr lang="en"/>
              <a:t>activities</a:t>
            </a:r>
            <a:r>
              <a:rPr lang="en"/>
              <a:t> that happen, general camp logistics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will the database work?</a:t>
            </a:r>
            <a:endParaRPr/>
          </a:p>
        </p:txBody>
      </p:sp>
      <p:sp>
        <p:nvSpPr>
          <p:cNvPr id="677" name="Google Shape;677;p8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Families have access to register and sign up for activities.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Camp staff see the registrations and emergency contact info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Plan out where equipment is needed during the week, etc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Rules</a:t>
            </a:r>
            <a:endParaRPr/>
          </a:p>
        </p:txBody>
      </p:sp>
      <p:sp>
        <p:nvSpPr>
          <p:cNvPr id="683" name="Google Shape;683;p8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Normalization of our data</a:t>
            </a:r>
            <a:endParaRPr/>
          </a:p>
        </p:txBody>
      </p:sp>
      <p:sp>
        <p:nvSpPr>
          <p:cNvPr id="689" name="Google Shape;689;p8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8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ERD</a:t>
            </a:r>
            <a:endParaRPr/>
          </a:p>
        </p:txBody>
      </p:sp>
      <p:sp>
        <p:nvSpPr>
          <p:cNvPr id="695" name="Google Shape;695;p8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8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ERD + Constraints</a:t>
            </a:r>
            <a:endParaRPr/>
          </a:p>
        </p:txBody>
      </p:sp>
      <p:sp>
        <p:nvSpPr>
          <p:cNvPr id="701" name="Google Shape;701;p8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8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Insertion / Sample Data</a:t>
            </a:r>
            <a:endParaRPr/>
          </a:p>
        </p:txBody>
      </p:sp>
      <p:sp>
        <p:nvSpPr>
          <p:cNvPr id="707" name="Google Shape;707;p8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9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Sample Query 1</a:t>
            </a:r>
            <a:endParaRPr/>
          </a:p>
        </p:txBody>
      </p:sp>
      <p:sp>
        <p:nvSpPr>
          <p:cNvPr id="713" name="Google Shape;713;p9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Written explanation of the query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Code for the query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Result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9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Sample Query 2</a:t>
            </a:r>
            <a:endParaRPr/>
          </a:p>
        </p:txBody>
      </p:sp>
      <p:sp>
        <p:nvSpPr>
          <p:cNvPr id="719" name="Google Shape;719;p9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Written explanation of the query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Code for the query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Result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Sample Query 3</a:t>
            </a:r>
            <a:endParaRPr/>
          </a:p>
        </p:txBody>
      </p:sp>
      <p:sp>
        <p:nvSpPr>
          <p:cNvPr id="725" name="Google Shape;725;p9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Written explanation of the query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Code for the query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Result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usiness Plan Presentation">
  <a:themeElements>
    <a:clrScheme name="Simple Light">
      <a:dk1>
        <a:srgbClr val="F9F9F9"/>
      </a:dk1>
      <a:lt1>
        <a:srgbClr val="183C40"/>
      </a:lt1>
      <a:dk2>
        <a:srgbClr val="20494D"/>
      </a:dk2>
      <a:lt2>
        <a:srgbClr val="799DA7"/>
      </a:lt2>
      <a:accent1>
        <a:srgbClr val="B0D5CD"/>
      </a:accent1>
      <a:accent2>
        <a:srgbClr val="A6DAEA"/>
      </a:accent2>
      <a:accent3>
        <a:srgbClr val="B78D43"/>
      </a:accent3>
      <a:accent4>
        <a:srgbClr val="9AA864"/>
      </a:accent4>
      <a:accent5>
        <a:srgbClr val="426345"/>
      </a:accent5>
      <a:accent6>
        <a:srgbClr val="DCDCDC"/>
      </a:accent6>
      <a:hlink>
        <a:srgbClr val="B0D5C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